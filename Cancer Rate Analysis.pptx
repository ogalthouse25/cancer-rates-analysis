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3"/>
    <p:sldMasterId id="214748371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Suranna"/>
      <p:regular r:id="rId15"/>
    </p:embeddedFon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Bebas Neue"/>
      <p:regular r:id="rId24"/>
    </p:embeddedFont>
    <p:embeddedFont>
      <p:font typeface="Raleway Medium"/>
      <p:regular r:id="rId25"/>
      <p:bold r:id="rId26"/>
      <p:italic r:id="rId27"/>
      <p:boldItalic r:id="rId28"/>
    </p:embeddedFont>
    <p:embeddedFont>
      <p:font typeface="Inter Tight"/>
      <p:regular r:id="rId29"/>
      <p:bold r:id="rId30"/>
      <p:italic r:id="rId31"/>
      <p:boldItalic r:id="rId32"/>
    </p:embeddedFont>
    <p:embeddedFont>
      <p:font typeface="PT Sans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BebasNeue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alewayMedium-bold.fntdata"/><Relationship Id="rId25" Type="http://schemas.openxmlformats.org/officeDocument/2006/relationships/font" Target="fonts/RalewayMedium-regular.fntdata"/><Relationship Id="rId28" Type="http://schemas.openxmlformats.org/officeDocument/2006/relationships/font" Target="fonts/RalewayMedium-boldItalic.fntdata"/><Relationship Id="rId27" Type="http://schemas.openxmlformats.org/officeDocument/2006/relationships/font" Target="fonts/Raleway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T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Tight-italic.fntdata"/><Relationship Id="rId30" Type="http://schemas.openxmlformats.org/officeDocument/2006/relationships/font" Target="fonts/InterTight-bold.fntdata"/><Relationship Id="rId11" Type="http://schemas.openxmlformats.org/officeDocument/2006/relationships/slide" Target="slides/slide6.xml"/><Relationship Id="rId33" Type="http://schemas.openxmlformats.org/officeDocument/2006/relationships/font" Target="fonts/PTSans-regular.fntdata"/><Relationship Id="rId10" Type="http://schemas.openxmlformats.org/officeDocument/2006/relationships/slide" Target="slides/slide5.xml"/><Relationship Id="rId32" Type="http://schemas.openxmlformats.org/officeDocument/2006/relationships/font" Target="fonts/InterTight-boldItalic.fntdata"/><Relationship Id="rId13" Type="http://schemas.openxmlformats.org/officeDocument/2006/relationships/slide" Target="slides/slide8.xml"/><Relationship Id="rId35" Type="http://schemas.openxmlformats.org/officeDocument/2006/relationships/font" Target="fonts/PTSans-italic.fntdata"/><Relationship Id="rId12" Type="http://schemas.openxmlformats.org/officeDocument/2006/relationships/slide" Target="slides/slide7.xml"/><Relationship Id="rId34" Type="http://schemas.openxmlformats.org/officeDocument/2006/relationships/font" Target="fonts/PTSans-bold.fntdata"/><Relationship Id="rId15" Type="http://schemas.openxmlformats.org/officeDocument/2006/relationships/font" Target="fonts/Suranna-regular.fntdata"/><Relationship Id="rId37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36" Type="http://schemas.openxmlformats.org/officeDocument/2006/relationships/font" Target="fonts/PTSans-boldItalic.fntdata"/><Relationship Id="rId17" Type="http://schemas.openxmlformats.org/officeDocument/2006/relationships/font" Target="fonts/Raleway-bold.fntdata"/><Relationship Id="rId39" Type="http://schemas.openxmlformats.org/officeDocument/2006/relationships/font" Target="fonts/RobotoMono-italic.fntdata"/><Relationship Id="rId16" Type="http://schemas.openxmlformats.org/officeDocument/2006/relationships/font" Target="fonts/Raleway-regular.fntdata"/><Relationship Id="rId38" Type="http://schemas.openxmlformats.org/officeDocument/2006/relationships/font" Target="fonts/RobotoMono-bold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4d9488732d_2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4d9488732d_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4d9488732d_2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4d9488732d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4d9488732d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4d9488732d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Cancer Regression (Kaggle)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County‑level dataset with 33 features spanning demographics (age distributions), socioeconomic status (income, education), lifestyle risks (smoking, obesity), and healthcare access (insurance coverage, PCP density)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Two target variables: average annual cancer cases and average annual cancer‑related deaths per county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Designed for forecasting cancer severity and mapping high‑need areas to guide targeted interventions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Hospital Financials &amp; Capacity (hospitalcosts.csv)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– Hospital‑level operational &amp; financial statistics, aggregated to the county scale to align with our cancer data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fields: facility capacity (# beds), workforce size (FTE employees), total costs &amp; charges (inpatient vs. outpatient), salary outlays, asset/liability balances (buildings, equipment, fund balances), net patient revenue, total income, net income, and cost‑to‑charge ratios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rgbClr val="312D2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Integration goal: assess where cancer hot‑spots exist and evaluate the financial and operational capacity—or gaps—of local healthcare infrastructure to support new clinics</a:t>
            </a:r>
            <a:endParaRPr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4dad4853c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4dad4853c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Column cleaning &amp; standardization: renamed all fields to snake_case; stripped “$”, commas, and trailing spaces from cost/revenue columns and converted them to floats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Type conversion &amp; encoding: cast bed counts, FTEs, charges, and asset/liability figures to numeric types; encoded rural_vs_urban as a categorical variable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Missing‑value &amp; duplicate handling: removed duplicate county–state entries, imputed small gaps, and dropped overly sparse columns</a:t>
            </a:r>
            <a:b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Dataset fusion &amp; new metrics: joined cancer and hospital data by county/state and derived efficiency ratios (e.g., cost‑to‑charge, beds per population)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County‑level aggregation of hospital operational and financial metrics to align with cancer data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Facility capacity &amp; workforce: number of beds and FTE employees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Cost &amp; revenue metrics: inpatient vs. outpatient costs and charges, salary outlays, net patient revenue, total and net income, cost‑to‑charge ratios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Asset/liability health: balances for buildings, equipment, and fund reserves—enabling assessment of infrastructure capacity and gaps to support new clinics in cancer hot‑spots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4e05c5cc5c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4e05c5cc5c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this slide shows a cluster analysis, where about half the variables in the dataset were accounted for, since they were the most statistically significant ones. Since a cluster analysis can only have 2 dimensions I did a PCA conversion for it and then conducted the cluster </a:t>
            </a:r>
            <a:r>
              <a:rPr lang="en"/>
              <a:t>analysis.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4e05c5cc5c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4e05c5cc5c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e05c5cc5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4e05c5cc5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4e05c5cc5c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4e05c5cc5c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Clustering (K‑Means, K = 5)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Five clusters with assigned priorities: Affluent/high-volume (low priority), Research hubs (secondary priority), Under‑resourced (equity‑focus), and High‑need/moderate resources (top priority).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Predictive Modeling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Tested Linear Regression, Random Forest, and Gradient Boosting using features like 1‑year incidence lag, 3‑month rolling averages, and poverty×access interaction—Gradient Boosting performed best (Cases RMSE 32.1, R² 0.72; Deaths RMSE 26.7, R² 0.68).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2D2D"/>
              </a:buClr>
              <a:buSzPts val="1100"/>
              <a:buFont typeface="Raleway Medium"/>
              <a:buChar char="●"/>
            </a:pPr>
            <a:r>
              <a:rPr lang="en">
                <a:solidFill>
                  <a:schemeClr val="dk1"/>
                </a:solidFill>
              </a:rPr>
              <a:t>Key predictors driving performance were 1‑year lagged incidence, poverty rate, and beds per capita.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Operational Recommendation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Prioritize clinic deployment in Cluster 3 counties where burden is high but infrastructure gaps exist Then extend to Cluster 2 for equity in underserved areas.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12D2D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4dad4853c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4dad4853c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Loudoun County- High private insurance rate, birth rate, and median income leading to sustain </a:t>
            </a:r>
            <a:r>
              <a:rPr lang="en"/>
              <a:t>profitability.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Oldham County, Kentucky- High incidence rate, median income, and private insurance. This county is a cancer hotspot due to its incidence rate. Suburb of Louisville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Hamilton County, Indiana - High birth rate, private insurance, and high median income. </a:t>
            </a: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hospitals not ideal, midsize are the most preferable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features- target death rate, median income, private insurance coverage, and poverty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Wanted a hospital in an area with 50k to 60k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9000015">
            <a:off x="5511737" y="2403549"/>
            <a:ext cx="4409201" cy="4584163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4853" y="3317850"/>
            <a:ext cx="46245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2"/>
          <p:cNvSpPr/>
          <p:nvPr/>
        </p:nvSpPr>
        <p:spPr>
          <a:xfrm>
            <a:off x="-2326575" y="-1913250"/>
            <a:ext cx="4409239" cy="4584203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715100" y="1070800"/>
            <a:ext cx="4624200" cy="22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867500" y="-328175"/>
            <a:ext cx="3301500" cy="405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1094700" y="2347250"/>
            <a:ext cx="28470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2054000" y="1242225"/>
            <a:ext cx="928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094700" y="2979775"/>
            <a:ext cx="28470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 rot="10507085">
            <a:off x="-1772551" y="3134870"/>
            <a:ext cx="4127497" cy="429128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3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/>
          <p:nvPr/>
        </p:nvSpPr>
        <p:spPr>
          <a:xfrm flipH="1" rot="9421497">
            <a:off x="7128184" y="-2342359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 rot="-9726818">
            <a:off x="7525654" y="-2748580"/>
            <a:ext cx="4127421" cy="429120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1" name="Google Shape;31;p4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4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4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" name="Google Shape;34;p4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148166"/>
            <a:ext cx="7704000" cy="5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 rot="1378503">
            <a:off x="-3116352" y="3681887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 rot="-2236854">
            <a:off x="-2852401" y="2288166"/>
            <a:ext cx="4127462" cy="4291244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5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5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5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1496803" y="2090852"/>
            <a:ext cx="2767500" cy="139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496800" y="1464151"/>
            <a:ext cx="2767500" cy="680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4879698" y="2090852"/>
            <a:ext cx="2767500" cy="139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4879694" y="1464151"/>
            <a:ext cx="2767500" cy="680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1318175" y="-392250"/>
            <a:ext cx="3124800" cy="440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701050" y="1126050"/>
            <a:ext cx="3124800" cy="440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 rot="5893608">
            <a:off x="6805714" y="-2918255"/>
            <a:ext cx="4127478" cy="429126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 rot="-241042">
            <a:off x="-2966006" y="-1839253"/>
            <a:ext cx="4127464" cy="4291246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" name="Google Shape;52;p6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6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6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6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6"/>
          <p:cNvSpPr/>
          <p:nvPr/>
        </p:nvSpPr>
        <p:spPr>
          <a:xfrm rot="2495123">
            <a:off x="8536378" y="1032434"/>
            <a:ext cx="4127426" cy="4291206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 rot="6721825">
            <a:off x="7289083" y="-2302601"/>
            <a:ext cx="4127479" cy="4291262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61" name="Google Shape;61;p7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7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7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7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720000" y="1415100"/>
            <a:ext cx="3432600" cy="27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 rot="1378503">
            <a:off x="-2865352" y="3732887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>
            <p:ph idx="2" type="pic"/>
          </p:nvPr>
        </p:nvSpPr>
        <p:spPr>
          <a:xfrm>
            <a:off x="4956625" y="1215600"/>
            <a:ext cx="3197400" cy="3197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8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8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/>
          <p:nvPr/>
        </p:nvSpPr>
        <p:spPr>
          <a:xfrm rot="-8895457">
            <a:off x="-801574" y="-2445115"/>
            <a:ext cx="4127517" cy="429130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-1242575" y="1327688"/>
            <a:ext cx="8538300" cy="248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8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8"/>
          <p:cNvSpPr/>
          <p:nvPr/>
        </p:nvSpPr>
        <p:spPr>
          <a:xfrm rot="1017435">
            <a:off x="7057388" y="2607527"/>
            <a:ext cx="4127421" cy="4291202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441675" y="1451550"/>
            <a:ext cx="4260600" cy="22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9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9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9"/>
          <p:cNvSpPr/>
          <p:nvPr/>
        </p:nvSpPr>
        <p:spPr>
          <a:xfrm rot="-9421497">
            <a:off x="7239335" y="2843641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1922250" y="1569813"/>
            <a:ext cx="8237700" cy="20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 rot="-589421">
            <a:off x="-3012588" y="158945"/>
            <a:ext cx="4127459" cy="4291242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9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9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2227050" y="1862400"/>
            <a:ext cx="46899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715100" y="535000"/>
            <a:ext cx="46695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0"/>
          <p:cNvSpPr/>
          <p:nvPr/>
        </p:nvSpPr>
        <p:spPr>
          <a:xfrm rot="4061041">
            <a:off x="4527410" y="4295572"/>
            <a:ext cx="4127481" cy="4291264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0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0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0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1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1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1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1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1"/>
          <p:cNvSpPr/>
          <p:nvPr/>
        </p:nvSpPr>
        <p:spPr>
          <a:xfrm rot="5722659">
            <a:off x="6983809" y="-1839208"/>
            <a:ext cx="4127444" cy="4291226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 rot="-5007854">
            <a:off x="-332303" y="2149720"/>
            <a:ext cx="4127494" cy="4291277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459800" y="-820416"/>
            <a:ext cx="3604200" cy="481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 txBox="1"/>
          <p:nvPr>
            <p:ph hasCustomPrompt="1" type="title"/>
          </p:nvPr>
        </p:nvSpPr>
        <p:spPr>
          <a:xfrm>
            <a:off x="4724750" y="1309263"/>
            <a:ext cx="3074400" cy="12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1"/>
          <p:cNvSpPr txBox="1"/>
          <p:nvPr>
            <p:ph idx="1" type="subTitle"/>
          </p:nvPr>
        </p:nvSpPr>
        <p:spPr>
          <a:xfrm>
            <a:off x="4724750" y="2650138"/>
            <a:ext cx="30744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 rot="-3486879">
            <a:off x="-2679960" y="2543866"/>
            <a:ext cx="4127512" cy="4291297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 txBox="1"/>
          <p:nvPr>
            <p:ph hasCustomPrompt="1" type="title"/>
          </p:nvPr>
        </p:nvSpPr>
        <p:spPr>
          <a:xfrm>
            <a:off x="1239650" y="1328400"/>
            <a:ext cx="12606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715100" y="2178943"/>
            <a:ext cx="230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hasCustomPrompt="1" idx="2" type="title"/>
          </p:nvPr>
        </p:nvSpPr>
        <p:spPr>
          <a:xfrm>
            <a:off x="3930327" y="1328400"/>
            <a:ext cx="12606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idx="3" type="subTitle"/>
          </p:nvPr>
        </p:nvSpPr>
        <p:spPr>
          <a:xfrm>
            <a:off x="3405778" y="2178943"/>
            <a:ext cx="230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4" type="title"/>
          </p:nvPr>
        </p:nvSpPr>
        <p:spPr>
          <a:xfrm>
            <a:off x="1239650" y="2965249"/>
            <a:ext cx="12606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5" type="subTitle"/>
          </p:nvPr>
        </p:nvSpPr>
        <p:spPr>
          <a:xfrm>
            <a:off x="715100" y="3837269"/>
            <a:ext cx="230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hasCustomPrompt="1" idx="6" type="title"/>
          </p:nvPr>
        </p:nvSpPr>
        <p:spPr>
          <a:xfrm>
            <a:off x="3930327" y="2965249"/>
            <a:ext cx="1260600" cy="4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idx="7" type="subTitle"/>
          </p:nvPr>
        </p:nvSpPr>
        <p:spPr>
          <a:xfrm>
            <a:off x="3405778" y="3837269"/>
            <a:ext cx="2309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9" type="subTitle"/>
          </p:nvPr>
        </p:nvSpPr>
        <p:spPr>
          <a:xfrm>
            <a:off x="715097" y="1823750"/>
            <a:ext cx="2309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13" type="subTitle"/>
          </p:nvPr>
        </p:nvSpPr>
        <p:spPr>
          <a:xfrm>
            <a:off x="3405778" y="1823750"/>
            <a:ext cx="2309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4" type="subTitle"/>
          </p:nvPr>
        </p:nvSpPr>
        <p:spPr>
          <a:xfrm>
            <a:off x="715097" y="3477524"/>
            <a:ext cx="2309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15" type="subTitle"/>
          </p:nvPr>
        </p:nvSpPr>
        <p:spPr>
          <a:xfrm>
            <a:off x="3405778" y="3477524"/>
            <a:ext cx="2309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20" name="Google Shape;120;p13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3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3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3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/>
          <p:nvPr/>
        </p:nvSpPr>
        <p:spPr>
          <a:xfrm rot="-9421497">
            <a:off x="7162210" y="-2772909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/>
          <p:nvPr/>
        </p:nvSpPr>
        <p:spPr>
          <a:xfrm rot="10041221">
            <a:off x="8348139" y="-1145974"/>
            <a:ext cx="4127415" cy="4291195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4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4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4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2" name="Google Shape;132;p14"/>
          <p:cNvSpPr/>
          <p:nvPr/>
        </p:nvSpPr>
        <p:spPr>
          <a:xfrm rot="-2277798">
            <a:off x="-3006353" y="1249088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15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5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5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5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5"/>
          <p:cNvSpPr/>
          <p:nvPr/>
        </p:nvSpPr>
        <p:spPr>
          <a:xfrm rot="5722659">
            <a:off x="-1851641" y="2315317"/>
            <a:ext cx="4127444" cy="4291226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-1545500" y="1179500"/>
            <a:ext cx="9144000" cy="278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 txBox="1"/>
          <p:nvPr>
            <p:ph type="title"/>
          </p:nvPr>
        </p:nvSpPr>
        <p:spPr>
          <a:xfrm>
            <a:off x="1791500" y="3056375"/>
            <a:ext cx="55611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1791400" y="1555225"/>
            <a:ext cx="5561100" cy="134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2" name="Google Shape;142;p15"/>
          <p:cNvSpPr/>
          <p:nvPr/>
        </p:nvSpPr>
        <p:spPr>
          <a:xfrm rot="-4723421">
            <a:off x="6701447" y="-2100416"/>
            <a:ext cx="4127497" cy="429128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>
            <p:ph idx="2" type="pic"/>
          </p:nvPr>
        </p:nvSpPr>
        <p:spPr>
          <a:xfrm>
            <a:off x="4405100" y="-103975"/>
            <a:ext cx="4809300" cy="535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6"/>
          <p:cNvSpPr/>
          <p:nvPr/>
        </p:nvSpPr>
        <p:spPr>
          <a:xfrm rot="-9726818">
            <a:off x="-3352996" y="-355005"/>
            <a:ext cx="4127421" cy="429120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 txBox="1"/>
          <p:nvPr>
            <p:ph type="title"/>
          </p:nvPr>
        </p:nvSpPr>
        <p:spPr>
          <a:xfrm>
            <a:off x="720000" y="1568263"/>
            <a:ext cx="301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47" name="Google Shape;147;p16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6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6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720000" y="2423837"/>
            <a:ext cx="3018300" cy="11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 rot="2149081">
            <a:off x="-1034400" y="-3120693"/>
            <a:ext cx="4127430" cy="4291212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>
            <p:ph type="title"/>
          </p:nvPr>
        </p:nvSpPr>
        <p:spPr>
          <a:xfrm>
            <a:off x="908047" y="1302063"/>
            <a:ext cx="2511300" cy="114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55" name="Google Shape;155;p17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7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7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908047" y="2541838"/>
            <a:ext cx="2511300" cy="1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17"/>
          <p:cNvSpPr/>
          <p:nvPr/>
        </p:nvSpPr>
        <p:spPr>
          <a:xfrm rot="1378503">
            <a:off x="4632173" y="4515437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 rot="-9726818">
            <a:off x="-2925421" y="-2256330"/>
            <a:ext cx="4127421" cy="429120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64" name="Google Shape;164;p18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8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8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8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720000" y="1148200"/>
            <a:ext cx="77040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18"/>
          <p:cNvSpPr/>
          <p:nvPr/>
        </p:nvSpPr>
        <p:spPr>
          <a:xfrm rot="1378503">
            <a:off x="7525623" y="3555662"/>
            <a:ext cx="4127486" cy="429127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>
            <p:ph idx="2" type="pic"/>
          </p:nvPr>
        </p:nvSpPr>
        <p:spPr>
          <a:xfrm>
            <a:off x="0" y="-103975"/>
            <a:ext cx="3975900" cy="535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9"/>
          <p:cNvSpPr/>
          <p:nvPr/>
        </p:nvSpPr>
        <p:spPr>
          <a:xfrm rot="-9726818">
            <a:off x="8651062" y="-1610605"/>
            <a:ext cx="4127421" cy="429120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type="title"/>
          </p:nvPr>
        </p:nvSpPr>
        <p:spPr>
          <a:xfrm>
            <a:off x="4342000" y="1323762"/>
            <a:ext cx="408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74" name="Google Shape;174;p19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9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9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4342000" y="2179338"/>
            <a:ext cx="4086900" cy="16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 rot="-2403038">
            <a:off x="-2953371" y="2067292"/>
            <a:ext cx="4127505" cy="4291289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idx="1" type="subTitle"/>
          </p:nvPr>
        </p:nvSpPr>
        <p:spPr>
          <a:xfrm>
            <a:off x="720001" y="1522554"/>
            <a:ext cx="2608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" name="Google Shape;183;p20"/>
          <p:cNvSpPr txBox="1"/>
          <p:nvPr>
            <p:ph idx="2" type="subTitle"/>
          </p:nvPr>
        </p:nvSpPr>
        <p:spPr>
          <a:xfrm>
            <a:off x="3498456" y="1522554"/>
            <a:ext cx="2608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84" name="Google Shape;184;p20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/>
          <p:nvPr/>
        </p:nvSpPr>
        <p:spPr>
          <a:xfrm rot="9469161">
            <a:off x="8168206" y="-802298"/>
            <a:ext cx="4127458" cy="429124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 txBox="1"/>
          <p:nvPr>
            <p:ph idx="3" type="body"/>
          </p:nvPr>
        </p:nvSpPr>
        <p:spPr>
          <a:xfrm>
            <a:off x="720000" y="1945446"/>
            <a:ext cx="26088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20"/>
          <p:cNvSpPr txBox="1"/>
          <p:nvPr>
            <p:ph idx="4" type="body"/>
          </p:nvPr>
        </p:nvSpPr>
        <p:spPr>
          <a:xfrm>
            <a:off x="3498453" y="1945446"/>
            <a:ext cx="26088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93" name="Google Shape;193;p21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1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1"/>
          <p:cNvSpPr/>
          <p:nvPr/>
        </p:nvSpPr>
        <p:spPr>
          <a:xfrm rot="9469161">
            <a:off x="-3002338" y="1727"/>
            <a:ext cx="4127458" cy="429124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1873273" y="3880575"/>
            <a:ext cx="229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1873273" y="3525400"/>
            <a:ext cx="2295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21"/>
          <p:cNvSpPr txBox="1"/>
          <p:nvPr>
            <p:ph idx="3" type="subTitle"/>
          </p:nvPr>
        </p:nvSpPr>
        <p:spPr>
          <a:xfrm>
            <a:off x="4975425" y="3880575"/>
            <a:ext cx="229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4" type="subTitle"/>
          </p:nvPr>
        </p:nvSpPr>
        <p:spPr>
          <a:xfrm>
            <a:off x="4975427" y="3525400"/>
            <a:ext cx="2295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21"/>
          <p:cNvSpPr/>
          <p:nvPr/>
        </p:nvSpPr>
        <p:spPr>
          <a:xfrm>
            <a:off x="-593250" y="1178675"/>
            <a:ext cx="4824600" cy="336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4912725" y="1178675"/>
            <a:ext cx="4824600" cy="3361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 rot="-2403038">
            <a:off x="8054029" y="1766267"/>
            <a:ext cx="4127505" cy="4291289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p21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1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1"/>
          <p:cNvSpPr/>
          <p:nvPr>
            <p:ph idx="5" type="pic"/>
          </p:nvPr>
        </p:nvSpPr>
        <p:spPr>
          <a:xfrm>
            <a:off x="1973325" y="1263350"/>
            <a:ext cx="2095200" cy="209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"/>
          <p:cNvSpPr/>
          <p:nvPr>
            <p:ph idx="6" type="pic"/>
          </p:nvPr>
        </p:nvSpPr>
        <p:spPr>
          <a:xfrm>
            <a:off x="5075475" y="1263350"/>
            <a:ext cx="2095200" cy="2095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/>
          <p:nvPr/>
        </p:nvSpPr>
        <p:spPr>
          <a:xfrm flipH="1" rot="2867998">
            <a:off x="-3269398" y="-356091"/>
            <a:ext cx="4127520" cy="4291305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10" name="Google Shape;210;p22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2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2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2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2"/>
          <p:cNvSpPr/>
          <p:nvPr/>
        </p:nvSpPr>
        <p:spPr>
          <a:xfrm rot="8938576">
            <a:off x="7850820" y="2215343"/>
            <a:ext cx="4127428" cy="4291209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1303202" y="1087150"/>
            <a:ext cx="3165900" cy="3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22"/>
          <p:cNvSpPr txBox="1"/>
          <p:nvPr>
            <p:ph idx="2" type="body"/>
          </p:nvPr>
        </p:nvSpPr>
        <p:spPr>
          <a:xfrm>
            <a:off x="4674898" y="1087150"/>
            <a:ext cx="3165900" cy="3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23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3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3"/>
          <p:cNvSpPr/>
          <p:nvPr/>
        </p:nvSpPr>
        <p:spPr>
          <a:xfrm rot="7828307">
            <a:off x="-3284859" y="748093"/>
            <a:ext cx="4127493" cy="4291277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-756850" y="1691350"/>
            <a:ext cx="3983100" cy="20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3438825" y="1691350"/>
            <a:ext cx="2266500" cy="424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917650" y="1691350"/>
            <a:ext cx="4065900" cy="20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 rot="9194532">
            <a:off x="8138503" y="-1004266"/>
            <a:ext cx="4127457" cy="4291239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1060650" y="2889970"/>
            <a:ext cx="2089500" cy="80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2" type="subTitle"/>
          </p:nvPr>
        </p:nvSpPr>
        <p:spPr>
          <a:xfrm>
            <a:off x="5993849" y="2889970"/>
            <a:ext cx="2089500" cy="80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3" type="subTitle"/>
          </p:nvPr>
        </p:nvSpPr>
        <p:spPr>
          <a:xfrm>
            <a:off x="3527173" y="2896367"/>
            <a:ext cx="2089500" cy="80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4" type="subTitle"/>
          </p:nvPr>
        </p:nvSpPr>
        <p:spPr>
          <a:xfrm>
            <a:off x="1060650" y="2534800"/>
            <a:ext cx="2089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0" name="Google Shape;230;p23"/>
          <p:cNvSpPr txBox="1"/>
          <p:nvPr>
            <p:ph idx="5" type="subTitle"/>
          </p:nvPr>
        </p:nvSpPr>
        <p:spPr>
          <a:xfrm>
            <a:off x="5993851" y="2534800"/>
            <a:ext cx="2089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6" type="subTitle"/>
          </p:nvPr>
        </p:nvSpPr>
        <p:spPr>
          <a:xfrm>
            <a:off x="3527176" y="2534800"/>
            <a:ext cx="2089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32" name="Google Shape;232;p23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3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24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4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4"/>
          <p:cNvSpPr/>
          <p:nvPr/>
        </p:nvSpPr>
        <p:spPr>
          <a:xfrm rot="-9994416">
            <a:off x="8087673" y="2696328"/>
            <a:ext cx="4127461" cy="4291243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 rot="9194532">
            <a:off x="-3233997" y="-1155741"/>
            <a:ext cx="4127457" cy="4291239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5586860" y="2764581"/>
            <a:ext cx="2089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5586860" y="1684310"/>
            <a:ext cx="2089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5586860" y="3851255"/>
            <a:ext cx="2089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4" type="subTitle"/>
          </p:nvPr>
        </p:nvSpPr>
        <p:spPr>
          <a:xfrm>
            <a:off x="5586859" y="2409408"/>
            <a:ext cx="2089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4" name="Google Shape;244;p24"/>
          <p:cNvSpPr txBox="1"/>
          <p:nvPr>
            <p:ph idx="5" type="subTitle"/>
          </p:nvPr>
        </p:nvSpPr>
        <p:spPr>
          <a:xfrm>
            <a:off x="5586860" y="1329145"/>
            <a:ext cx="2089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6" type="subTitle"/>
          </p:nvPr>
        </p:nvSpPr>
        <p:spPr>
          <a:xfrm>
            <a:off x="5586860" y="3489682"/>
            <a:ext cx="2089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46" name="Google Shape;246;p24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4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25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5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5"/>
          <p:cNvSpPr/>
          <p:nvPr/>
        </p:nvSpPr>
        <p:spPr>
          <a:xfrm rot="-9994416">
            <a:off x="-2879514" y="-255700"/>
            <a:ext cx="4127461" cy="4291243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 rot="9009417">
            <a:off x="7582200" y="349055"/>
            <a:ext cx="4127465" cy="4291248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 txBox="1"/>
          <p:nvPr>
            <p:ph idx="1" type="subTitle"/>
          </p:nvPr>
        </p:nvSpPr>
        <p:spPr>
          <a:xfrm>
            <a:off x="3168686" y="2435009"/>
            <a:ext cx="35286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5"/>
          <p:cNvSpPr txBox="1"/>
          <p:nvPr>
            <p:ph idx="2" type="subTitle"/>
          </p:nvPr>
        </p:nvSpPr>
        <p:spPr>
          <a:xfrm>
            <a:off x="3168686" y="1316875"/>
            <a:ext cx="35286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subTitle"/>
          </p:nvPr>
        </p:nvSpPr>
        <p:spPr>
          <a:xfrm>
            <a:off x="3168686" y="3559546"/>
            <a:ext cx="35286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4" type="subTitle"/>
          </p:nvPr>
        </p:nvSpPr>
        <p:spPr>
          <a:xfrm>
            <a:off x="3168685" y="2853162"/>
            <a:ext cx="3528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" name="Google Shape;258;p25"/>
          <p:cNvSpPr txBox="1"/>
          <p:nvPr>
            <p:ph idx="5" type="subTitle"/>
          </p:nvPr>
        </p:nvSpPr>
        <p:spPr>
          <a:xfrm>
            <a:off x="3168687" y="1735037"/>
            <a:ext cx="3528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6" type="subTitle"/>
          </p:nvPr>
        </p:nvSpPr>
        <p:spPr>
          <a:xfrm>
            <a:off x="3168687" y="3971300"/>
            <a:ext cx="3528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60" name="Google Shape;260;p25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5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/>
          <p:nvPr/>
        </p:nvSpPr>
        <p:spPr>
          <a:xfrm rot="8100000">
            <a:off x="-3232036" y="1675032"/>
            <a:ext cx="4127532" cy="4291318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6"/>
          <p:cNvSpPr txBox="1"/>
          <p:nvPr>
            <p:ph idx="1" type="subTitle"/>
          </p:nvPr>
        </p:nvSpPr>
        <p:spPr>
          <a:xfrm>
            <a:off x="2270052" y="1975594"/>
            <a:ext cx="1823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idx="2" type="subTitle"/>
          </p:nvPr>
        </p:nvSpPr>
        <p:spPr>
          <a:xfrm>
            <a:off x="5755450" y="1975594"/>
            <a:ext cx="1823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6"/>
          <p:cNvSpPr txBox="1"/>
          <p:nvPr>
            <p:ph idx="3" type="subTitle"/>
          </p:nvPr>
        </p:nvSpPr>
        <p:spPr>
          <a:xfrm>
            <a:off x="2270052" y="3405325"/>
            <a:ext cx="1823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6"/>
          <p:cNvSpPr txBox="1"/>
          <p:nvPr>
            <p:ph idx="4" type="subTitle"/>
          </p:nvPr>
        </p:nvSpPr>
        <p:spPr>
          <a:xfrm>
            <a:off x="5755450" y="3405324"/>
            <a:ext cx="1823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9" name="Google Shape;269;p26"/>
          <p:cNvSpPr txBox="1"/>
          <p:nvPr>
            <p:ph idx="5" type="subTitle"/>
          </p:nvPr>
        </p:nvSpPr>
        <p:spPr>
          <a:xfrm>
            <a:off x="2270050" y="1620400"/>
            <a:ext cx="1823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0" name="Google Shape;270;p26"/>
          <p:cNvSpPr txBox="1"/>
          <p:nvPr>
            <p:ph idx="6" type="subTitle"/>
          </p:nvPr>
        </p:nvSpPr>
        <p:spPr>
          <a:xfrm>
            <a:off x="5755450" y="1620400"/>
            <a:ext cx="1823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1" name="Google Shape;271;p26"/>
          <p:cNvSpPr txBox="1"/>
          <p:nvPr>
            <p:ph idx="7" type="subTitle"/>
          </p:nvPr>
        </p:nvSpPr>
        <p:spPr>
          <a:xfrm>
            <a:off x="2270050" y="3045579"/>
            <a:ext cx="1823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idx="8" type="subTitle"/>
          </p:nvPr>
        </p:nvSpPr>
        <p:spPr>
          <a:xfrm>
            <a:off x="5755450" y="3045578"/>
            <a:ext cx="18231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73" name="Google Shape;273;p26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6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6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6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6"/>
          <p:cNvSpPr/>
          <p:nvPr/>
        </p:nvSpPr>
        <p:spPr>
          <a:xfrm rot="9063443">
            <a:off x="8031710" y="-1281015"/>
            <a:ext cx="4127452" cy="4291234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/>
          <p:nvPr/>
        </p:nvSpPr>
        <p:spPr>
          <a:xfrm rot="-720275">
            <a:off x="-3334984" y="1855751"/>
            <a:ext cx="4127426" cy="4291207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27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7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27"/>
          <p:cNvSpPr txBox="1"/>
          <p:nvPr>
            <p:ph idx="1" type="subTitle"/>
          </p:nvPr>
        </p:nvSpPr>
        <p:spPr>
          <a:xfrm>
            <a:off x="5688511" y="2764581"/>
            <a:ext cx="1995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27"/>
          <p:cNvSpPr txBox="1"/>
          <p:nvPr>
            <p:ph idx="2" type="subTitle"/>
          </p:nvPr>
        </p:nvSpPr>
        <p:spPr>
          <a:xfrm>
            <a:off x="5688511" y="1684314"/>
            <a:ext cx="1995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3" type="subTitle"/>
          </p:nvPr>
        </p:nvSpPr>
        <p:spPr>
          <a:xfrm>
            <a:off x="5688511" y="3851252"/>
            <a:ext cx="1995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4" type="subTitle"/>
          </p:nvPr>
        </p:nvSpPr>
        <p:spPr>
          <a:xfrm>
            <a:off x="5688511" y="2409409"/>
            <a:ext cx="1995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5" type="subTitle"/>
          </p:nvPr>
        </p:nvSpPr>
        <p:spPr>
          <a:xfrm>
            <a:off x="5688512" y="1329150"/>
            <a:ext cx="1995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8" name="Google Shape;288;p27"/>
          <p:cNvSpPr txBox="1"/>
          <p:nvPr>
            <p:ph idx="6" type="subTitle"/>
          </p:nvPr>
        </p:nvSpPr>
        <p:spPr>
          <a:xfrm>
            <a:off x="5688512" y="3489681"/>
            <a:ext cx="1995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89" name="Google Shape;289;p27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7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7"/>
          <p:cNvSpPr/>
          <p:nvPr/>
        </p:nvSpPr>
        <p:spPr>
          <a:xfrm rot="7454738">
            <a:off x="8118129" y="-1374512"/>
            <a:ext cx="4127479" cy="4291262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 txBox="1"/>
          <p:nvPr>
            <p:ph idx="7" type="subTitle"/>
          </p:nvPr>
        </p:nvSpPr>
        <p:spPr>
          <a:xfrm>
            <a:off x="2240336" y="2764581"/>
            <a:ext cx="1995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7"/>
          <p:cNvSpPr txBox="1"/>
          <p:nvPr>
            <p:ph idx="8" type="subTitle"/>
          </p:nvPr>
        </p:nvSpPr>
        <p:spPr>
          <a:xfrm>
            <a:off x="2240336" y="1684313"/>
            <a:ext cx="1995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7"/>
          <p:cNvSpPr txBox="1"/>
          <p:nvPr>
            <p:ph idx="9" type="subTitle"/>
          </p:nvPr>
        </p:nvSpPr>
        <p:spPr>
          <a:xfrm>
            <a:off x="2240336" y="3851250"/>
            <a:ext cx="1995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7"/>
          <p:cNvSpPr txBox="1"/>
          <p:nvPr>
            <p:ph idx="13" type="subTitle"/>
          </p:nvPr>
        </p:nvSpPr>
        <p:spPr>
          <a:xfrm>
            <a:off x="2240336" y="2409408"/>
            <a:ext cx="1995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" name="Google Shape;296;p27"/>
          <p:cNvSpPr txBox="1"/>
          <p:nvPr>
            <p:ph idx="14" type="subTitle"/>
          </p:nvPr>
        </p:nvSpPr>
        <p:spPr>
          <a:xfrm>
            <a:off x="2240337" y="1329150"/>
            <a:ext cx="1995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7" name="Google Shape;297;p27"/>
          <p:cNvSpPr txBox="1"/>
          <p:nvPr>
            <p:ph idx="15" type="subTitle"/>
          </p:nvPr>
        </p:nvSpPr>
        <p:spPr>
          <a:xfrm>
            <a:off x="2240336" y="3489679"/>
            <a:ext cx="1995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/>
          <p:nvPr/>
        </p:nvSpPr>
        <p:spPr>
          <a:xfrm>
            <a:off x="-2819477" y="-272090"/>
            <a:ext cx="4127483" cy="4291266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" name="Google Shape;300;p28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8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8"/>
          <p:cNvSpPr/>
          <p:nvPr/>
        </p:nvSpPr>
        <p:spPr>
          <a:xfrm rot="9458093">
            <a:off x="7641928" y="1206811"/>
            <a:ext cx="4127410" cy="429119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4619100" y="3104600"/>
            <a:ext cx="2420400" cy="251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05" name="Google Shape;305;p28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8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8"/>
          <p:cNvSpPr txBox="1"/>
          <p:nvPr>
            <p:ph hasCustomPrompt="1" idx="2" type="title"/>
          </p:nvPr>
        </p:nvSpPr>
        <p:spPr>
          <a:xfrm>
            <a:off x="4619100" y="3104588"/>
            <a:ext cx="242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8" name="Google Shape;308;p28"/>
          <p:cNvSpPr txBox="1"/>
          <p:nvPr>
            <p:ph idx="1" type="subTitle"/>
          </p:nvPr>
        </p:nvSpPr>
        <p:spPr>
          <a:xfrm>
            <a:off x="4619100" y="3963028"/>
            <a:ext cx="2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8"/>
          <p:cNvSpPr/>
          <p:nvPr/>
        </p:nvSpPr>
        <p:spPr>
          <a:xfrm>
            <a:off x="4619100" y="1309213"/>
            <a:ext cx="5259600" cy="150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"/>
          <p:cNvSpPr txBox="1"/>
          <p:nvPr>
            <p:ph hasCustomPrompt="1" idx="3" type="title"/>
          </p:nvPr>
        </p:nvSpPr>
        <p:spPr>
          <a:xfrm>
            <a:off x="4619100" y="1309200"/>
            <a:ext cx="242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1" name="Google Shape;311;p28"/>
          <p:cNvSpPr txBox="1"/>
          <p:nvPr>
            <p:ph idx="4" type="subTitle"/>
          </p:nvPr>
        </p:nvSpPr>
        <p:spPr>
          <a:xfrm>
            <a:off x="4619100" y="2167641"/>
            <a:ext cx="2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/>
          <p:nvPr/>
        </p:nvSpPr>
        <p:spPr>
          <a:xfrm rot="6110846">
            <a:off x="-1086804" y="2087347"/>
            <a:ext cx="4409247" cy="4584211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29"/>
          <p:cNvCxnSpPr/>
          <p:nvPr/>
        </p:nvCxnSpPr>
        <p:spPr>
          <a:xfrm>
            <a:off x="-410925" y="306400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9"/>
          <p:cNvCxnSpPr/>
          <p:nvPr/>
        </p:nvCxnSpPr>
        <p:spPr>
          <a:xfrm>
            <a:off x="-410925" y="4841925"/>
            <a:ext cx="996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9"/>
          <p:cNvCxnSpPr/>
          <p:nvPr/>
        </p:nvCxnSpPr>
        <p:spPr>
          <a:xfrm rot="5400000">
            <a:off x="-27181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9"/>
          <p:cNvCxnSpPr/>
          <p:nvPr/>
        </p:nvCxnSpPr>
        <p:spPr>
          <a:xfrm rot="5400000">
            <a:off x="5757700" y="2571750"/>
            <a:ext cx="610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9"/>
          <p:cNvSpPr/>
          <p:nvPr/>
        </p:nvSpPr>
        <p:spPr>
          <a:xfrm rot="6319973">
            <a:off x="6974048" y="-2037623"/>
            <a:ext cx="4409179" cy="4584140"/>
          </a:xfrm>
          <a:custGeom>
            <a:rect b="b" l="l" r="r" t="t"/>
            <a:pathLst>
              <a:path extrusionOk="0" h="29345" w="28225">
                <a:moveTo>
                  <a:pt x="16251" y="1"/>
                </a:moveTo>
                <a:cubicBezTo>
                  <a:pt x="15326" y="1"/>
                  <a:pt x="14419" y="110"/>
                  <a:pt x="13561" y="336"/>
                </a:cubicBezTo>
                <a:cubicBezTo>
                  <a:pt x="11603" y="854"/>
                  <a:pt x="9729" y="1951"/>
                  <a:pt x="8095" y="3190"/>
                </a:cubicBezTo>
                <a:cubicBezTo>
                  <a:pt x="2275" y="7592"/>
                  <a:pt x="0" y="15357"/>
                  <a:pt x="2849" y="22076"/>
                </a:cubicBezTo>
                <a:cubicBezTo>
                  <a:pt x="2910" y="22222"/>
                  <a:pt x="2976" y="22368"/>
                  <a:pt x="3042" y="22519"/>
                </a:cubicBezTo>
                <a:cubicBezTo>
                  <a:pt x="4934" y="26662"/>
                  <a:pt x="9254" y="29345"/>
                  <a:pt x="12931" y="29345"/>
                </a:cubicBezTo>
                <a:cubicBezTo>
                  <a:pt x="15498" y="29345"/>
                  <a:pt x="17751" y="28038"/>
                  <a:pt x="18647" y="25010"/>
                </a:cubicBezTo>
                <a:cubicBezTo>
                  <a:pt x="20832" y="17645"/>
                  <a:pt x="28224" y="16962"/>
                  <a:pt x="28059" y="9918"/>
                </a:cubicBezTo>
                <a:cubicBezTo>
                  <a:pt x="27922" y="3885"/>
                  <a:pt x="21768" y="1"/>
                  <a:pt x="16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 txBox="1"/>
          <p:nvPr>
            <p:ph type="ctrTitle"/>
          </p:nvPr>
        </p:nvSpPr>
        <p:spPr>
          <a:xfrm>
            <a:off x="4159950" y="427750"/>
            <a:ext cx="3092400" cy="7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0" name="Google Shape;320;p29"/>
          <p:cNvSpPr txBox="1"/>
          <p:nvPr>
            <p:ph idx="1" type="subTitle"/>
          </p:nvPr>
        </p:nvSpPr>
        <p:spPr>
          <a:xfrm>
            <a:off x="3865125" y="1323150"/>
            <a:ext cx="36894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1" name="Google Shape;321;p29"/>
          <p:cNvSpPr txBox="1"/>
          <p:nvPr/>
        </p:nvSpPr>
        <p:spPr>
          <a:xfrm>
            <a:off x="3778625" y="3772700"/>
            <a:ext cx="3861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0"/>
          <p:cNvGrpSpPr/>
          <p:nvPr/>
        </p:nvGrpSpPr>
        <p:grpSpPr>
          <a:xfrm rot="230698">
            <a:off x="8449463" y="3598491"/>
            <a:ext cx="670793" cy="957274"/>
            <a:chOff x="6984825" y="2942250"/>
            <a:chExt cx="153625" cy="219225"/>
          </a:xfrm>
        </p:grpSpPr>
        <p:sp>
          <p:nvSpPr>
            <p:cNvPr id="324" name="Google Shape;324;p30"/>
            <p:cNvSpPr/>
            <p:nvPr/>
          </p:nvSpPr>
          <p:spPr>
            <a:xfrm>
              <a:off x="7052975" y="2942250"/>
              <a:ext cx="71950" cy="110800"/>
            </a:xfrm>
            <a:custGeom>
              <a:rect b="b" l="l" r="r" t="t"/>
              <a:pathLst>
                <a:path extrusionOk="0" h="4432" w="2878">
                  <a:moveTo>
                    <a:pt x="2877" y="1"/>
                  </a:moveTo>
                  <a:cubicBezTo>
                    <a:pt x="2877" y="1"/>
                    <a:pt x="650" y="999"/>
                    <a:pt x="325" y="2086"/>
                  </a:cubicBezTo>
                  <a:cubicBezTo>
                    <a:pt x="0" y="3179"/>
                    <a:pt x="95" y="4431"/>
                    <a:pt x="95" y="4431"/>
                  </a:cubicBezTo>
                  <a:cubicBezTo>
                    <a:pt x="95" y="4431"/>
                    <a:pt x="1182" y="3593"/>
                    <a:pt x="1879" y="2482"/>
                  </a:cubicBezTo>
                  <a:cubicBezTo>
                    <a:pt x="2576" y="1366"/>
                    <a:pt x="2877" y="1"/>
                    <a:pt x="28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7012950" y="2957200"/>
              <a:ext cx="40050" cy="124675"/>
            </a:xfrm>
            <a:custGeom>
              <a:rect b="b" l="l" r="r" t="t"/>
              <a:pathLst>
                <a:path extrusionOk="0" h="4987" w="1602">
                  <a:moveTo>
                    <a:pt x="278" y="1"/>
                  </a:moveTo>
                  <a:cubicBezTo>
                    <a:pt x="278" y="1"/>
                    <a:pt x="0" y="1460"/>
                    <a:pt x="278" y="2830"/>
                  </a:cubicBezTo>
                  <a:cubicBezTo>
                    <a:pt x="556" y="4196"/>
                    <a:pt x="1253" y="4987"/>
                    <a:pt x="1253" y="4987"/>
                  </a:cubicBezTo>
                  <a:cubicBezTo>
                    <a:pt x="1253" y="4987"/>
                    <a:pt x="1601" y="3268"/>
                    <a:pt x="1418" y="2228"/>
                  </a:cubicBezTo>
                  <a:cubicBezTo>
                    <a:pt x="1229" y="1187"/>
                    <a:pt x="278" y="1"/>
                    <a:pt x="2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7034850" y="3055550"/>
              <a:ext cx="91600" cy="52625"/>
            </a:xfrm>
            <a:custGeom>
              <a:rect b="b" l="l" r="r" t="t"/>
              <a:pathLst>
                <a:path extrusionOk="0" h="2105" w="3664">
                  <a:moveTo>
                    <a:pt x="3403" y="0"/>
                  </a:moveTo>
                  <a:cubicBezTo>
                    <a:pt x="2940" y="0"/>
                    <a:pt x="1959" y="62"/>
                    <a:pt x="1323" y="544"/>
                  </a:cubicBezTo>
                  <a:cubicBezTo>
                    <a:pt x="462" y="1194"/>
                    <a:pt x="0" y="2098"/>
                    <a:pt x="0" y="2098"/>
                  </a:cubicBezTo>
                  <a:cubicBezTo>
                    <a:pt x="0" y="2098"/>
                    <a:pt x="75" y="2104"/>
                    <a:pt x="199" y="2104"/>
                  </a:cubicBezTo>
                  <a:cubicBezTo>
                    <a:pt x="617" y="2104"/>
                    <a:pt x="1590" y="2037"/>
                    <a:pt x="2110" y="1449"/>
                  </a:cubicBezTo>
                  <a:cubicBezTo>
                    <a:pt x="2783" y="681"/>
                    <a:pt x="3664" y="8"/>
                    <a:pt x="3664" y="8"/>
                  </a:cubicBezTo>
                  <a:cubicBezTo>
                    <a:pt x="3664" y="8"/>
                    <a:pt x="3565" y="0"/>
                    <a:pt x="34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7022825" y="3110725"/>
              <a:ext cx="115625" cy="43400"/>
            </a:xfrm>
            <a:custGeom>
              <a:rect b="b" l="l" r="r" t="t"/>
              <a:pathLst>
                <a:path extrusionOk="0" h="1736" w="4625">
                  <a:moveTo>
                    <a:pt x="3339" y="0"/>
                  </a:moveTo>
                  <a:cubicBezTo>
                    <a:pt x="2984" y="0"/>
                    <a:pt x="2597" y="15"/>
                    <a:pt x="2233" y="61"/>
                  </a:cubicBezTo>
                  <a:cubicBezTo>
                    <a:pt x="1145" y="202"/>
                    <a:pt x="1" y="1544"/>
                    <a:pt x="1" y="1544"/>
                  </a:cubicBezTo>
                  <a:cubicBezTo>
                    <a:pt x="450" y="1674"/>
                    <a:pt x="896" y="1736"/>
                    <a:pt x="1307" y="1736"/>
                  </a:cubicBezTo>
                  <a:cubicBezTo>
                    <a:pt x="1866" y="1736"/>
                    <a:pt x="2362" y="1622"/>
                    <a:pt x="2723" y="1408"/>
                  </a:cubicBezTo>
                  <a:cubicBezTo>
                    <a:pt x="3349" y="1036"/>
                    <a:pt x="4625" y="61"/>
                    <a:pt x="4625" y="61"/>
                  </a:cubicBezTo>
                  <a:cubicBezTo>
                    <a:pt x="4625" y="61"/>
                    <a:pt x="4047" y="0"/>
                    <a:pt x="3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6984825" y="3034775"/>
              <a:ext cx="46400" cy="100900"/>
            </a:xfrm>
            <a:custGeom>
              <a:rect b="b" l="l" r="r" t="t"/>
              <a:pathLst>
                <a:path extrusionOk="0" h="4036" w="1856">
                  <a:moveTo>
                    <a:pt x="254" y="1"/>
                  </a:moveTo>
                  <a:cubicBezTo>
                    <a:pt x="254" y="1"/>
                    <a:pt x="0" y="834"/>
                    <a:pt x="160" y="2157"/>
                  </a:cubicBezTo>
                  <a:cubicBezTo>
                    <a:pt x="325" y="3480"/>
                    <a:pt x="1695" y="4036"/>
                    <a:pt x="1695" y="4036"/>
                  </a:cubicBezTo>
                  <a:cubicBezTo>
                    <a:pt x="1695" y="4036"/>
                    <a:pt x="1855" y="3504"/>
                    <a:pt x="1695" y="2251"/>
                  </a:cubicBezTo>
                  <a:cubicBezTo>
                    <a:pt x="1530" y="999"/>
                    <a:pt x="254" y="1"/>
                    <a:pt x="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7020825" y="3030900"/>
              <a:ext cx="44775" cy="130575"/>
            </a:xfrm>
            <a:custGeom>
              <a:rect b="b" l="l" r="r" t="t"/>
              <a:pathLst>
                <a:path extrusionOk="0" fill="none" h="5223" w="1791">
                  <a:moveTo>
                    <a:pt x="1790" y="0"/>
                  </a:moveTo>
                  <a:cubicBezTo>
                    <a:pt x="1790" y="0"/>
                    <a:pt x="707" y="2086"/>
                    <a:pt x="1" y="5222"/>
                  </a:cubicBezTo>
                </a:path>
              </a:pathLst>
            </a:custGeom>
            <a:solidFill>
              <a:schemeClr val="accent4"/>
            </a:solidFill>
            <a:ln cap="rnd" cmpd="sng" w="2950">
              <a:solidFill>
                <a:srgbClr val="DDC3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30"/>
          <p:cNvSpPr/>
          <p:nvPr/>
        </p:nvSpPr>
        <p:spPr>
          <a:xfrm>
            <a:off x="334100" y="-492250"/>
            <a:ext cx="8475900" cy="533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1" name="Google Shape;331;p30"/>
          <p:cNvGrpSpPr/>
          <p:nvPr/>
        </p:nvGrpSpPr>
        <p:grpSpPr>
          <a:xfrm rot="1041984">
            <a:off x="35433" y="360614"/>
            <a:ext cx="901561" cy="1567949"/>
            <a:chOff x="6618375" y="2708225"/>
            <a:chExt cx="206475" cy="359075"/>
          </a:xfrm>
        </p:grpSpPr>
        <p:sp>
          <p:nvSpPr>
            <p:cNvPr id="332" name="Google Shape;332;p30"/>
            <p:cNvSpPr/>
            <p:nvPr/>
          </p:nvSpPr>
          <p:spPr>
            <a:xfrm>
              <a:off x="6664150" y="2708225"/>
              <a:ext cx="49000" cy="130450"/>
            </a:xfrm>
            <a:custGeom>
              <a:rect b="b" l="l" r="r" t="t"/>
              <a:pathLst>
                <a:path extrusionOk="0" h="5218" w="1960">
                  <a:moveTo>
                    <a:pt x="1216" y="1"/>
                  </a:moveTo>
                  <a:cubicBezTo>
                    <a:pt x="1216" y="1"/>
                    <a:pt x="1" y="2115"/>
                    <a:pt x="377" y="3188"/>
                  </a:cubicBezTo>
                  <a:cubicBezTo>
                    <a:pt x="759" y="4262"/>
                    <a:pt x="1569" y="5218"/>
                    <a:pt x="1569" y="5218"/>
                  </a:cubicBezTo>
                  <a:cubicBezTo>
                    <a:pt x="1569" y="5218"/>
                    <a:pt x="1959" y="3904"/>
                    <a:pt x="1870" y="2595"/>
                  </a:cubicBezTo>
                  <a:cubicBezTo>
                    <a:pt x="1776" y="1281"/>
                    <a:pt x="1216" y="1"/>
                    <a:pt x="12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6618375" y="2781925"/>
              <a:ext cx="93000" cy="86650"/>
            </a:xfrm>
            <a:custGeom>
              <a:rect b="b" l="l" r="r" t="t"/>
              <a:pathLst>
                <a:path extrusionOk="0" h="3466" w="3720">
                  <a:moveTo>
                    <a:pt x="0" y="0"/>
                  </a:moveTo>
                  <a:cubicBezTo>
                    <a:pt x="0" y="0"/>
                    <a:pt x="636" y="1347"/>
                    <a:pt x="1667" y="2293"/>
                  </a:cubicBezTo>
                  <a:cubicBezTo>
                    <a:pt x="2693" y="3235"/>
                    <a:pt x="3720" y="3466"/>
                    <a:pt x="3720" y="3466"/>
                  </a:cubicBezTo>
                  <a:cubicBezTo>
                    <a:pt x="3720" y="3466"/>
                    <a:pt x="2995" y="1870"/>
                    <a:pt x="2232" y="1135"/>
                  </a:cubicBezTo>
                  <a:cubicBezTo>
                    <a:pt x="1469" y="405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6715125" y="2799100"/>
              <a:ext cx="47475" cy="96200"/>
            </a:xfrm>
            <a:custGeom>
              <a:rect b="b" l="l" r="r" t="t"/>
              <a:pathLst>
                <a:path extrusionOk="0" h="3848" w="1899">
                  <a:moveTo>
                    <a:pt x="1898" y="1"/>
                  </a:moveTo>
                  <a:lnTo>
                    <a:pt x="1898" y="1"/>
                  </a:lnTo>
                  <a:cubicBezTo>
                    <a:pt x="1898" y="1"/>
                    <a:pt x="627" y="782"/>
                    <a:pt x="316" y="1814"/>
                  </a:cubicBezTo>
                  <a:cubicBezTo>
                    <a:pt x="1" y="2840"/>
                    <a:pt x="161" y="3848"/>
                    <a:pt x="161" y="3848"/>
                  </a:cubicBezTo>
                  <a:cubicBezTo>
                    <a:pt x="161" y="3848"/>
                    <a:pt x="1390" y="3094"/>
                    <a:pt x="1484" y="2082"/>
                  </a:cubicBezTo>
                  <a:cubicBezTo>
                    <a:pt x="1578" y="1065"/>
                    <a:pt x="1898" y="1"/>
                    <a:pt x="18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6733725" y="2837825"/>
              <a:ext cx="71725" cy="97975"/>
            </a:xfrm>
            <a:custGeom>
              <a:rect b="b" l="l" r="r" t="t"/>
              <a:pathLst>
                <a:path extrusionOk="0" h="3919" w="2869">
                  <a:moveTo>
                    <a:pt x="2868" y="1"/>
                  </a:moveTo>
                  <a:lnTo>
                    <a:pt x="2868" y="1"/>
                  </a:lnTo>
                  <a:cubicBezTo>
                    <a:pt x="2868" y="1"/>
                    <a:pt x="1733" y="651"/>
                    <a:pt x="938" y="1404"/>
                  </a:cubicBezTo>
                  <a:cubicBezTo>
                    <a:pt x="137" y="2157"/>
                    <a:pt x="0" y="3919"/>
                    <a:pt x="0" y="3919"/>
                  </a:cubicBezTo>
                  <a:cubicBezTo>
                    <a:pt x="1036" y="3542"/>
                    <a:pt x="1832" y="2873"/>
                    <a:pt x="2119" y="2205"/>
                  </a:cubicBezTo>
                  <a:cubicBezTo>
                    <a:pt x="2407" y="1536"/>
                    <a:pt x="2868" y="1"/>
                    <a:pt x="28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6640725" y="2861625"/>
              <a:ext cx="88425" cy="62075"/>
            </a:xfrm>
            <a:custGeom>
              <a:rect b="b" l="l" r="r" t="t"/>
              <a:pathLst>
                <a:path extrusionOk="0" h="2483" w="3537">
                  <a:moveTo>
                    <a:pt x="1" y="0"/>
                  </a:moveTo>
                  <a:cubicBezTo>
                    <a:pt x="1" y="0"/>
                    <a:pt x="283" y="829"/>
                    <a:pt x="1192" y="1799"/>
                  </a:cubicBezTo>
                  <a:cubicBezTo>
                    <a:pt x="1719" y="2364"/>
                    <a:pt x="2423" y="2483"/>
                    <a:pt x="2922" y="2483"/>
                  </a:cubicBezTo>
                  <a:cubicBezTo>
                    <a:pt x="3283" y="2483"/>
                    <a:pt x="3537" y="2420"/>
                    <a:pt x="3537" y="2420"/>
                  </a:cubicBezTo>
                  <a:cubicBezTo>
                    <a:pt x="3537" y="2420"/>
                    <a:pt x="3353" y="1893"/>
                    <a:pt x="2487" y="975"/>
                  </a:cubicBezTo>
                  <a:cubicBezTo>
                    <a:pt x="1620" y="5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6672400" y="2952075"/>
              <a:ext cx="94200" cy="48975"/>
            </a:xfrm>
            <a:custGeom>
              <a:rect b="b" l="l" r="r" t="t"/>
              <a:pathLst>
                <a:path extrusionOk="0" h="1959" w="3768">
                  <a:moveTo>
                    <a:pt x="1453" y="1"/>
                  </a:moveTo>
                  <a:cubicBezTo>
                    <a:pt x="650" y="1"/>
                    <a:pt x="0" y="290"/>
                    <a:pt x="0" y="290"/>
                  </a:cubicBezTo>
                  <a:cubicBezTo>
                    <a:pt x="0" y="290"/>
                    <a:pt x="777" y="615"/>
                    <a:pt x="1794" y="1340"/>
                  </a:cubicBezTo>
                  <a:cubicBezTo>
                    <a:pt x="2566" y="1893"/>
                    <a:pt x="3253" y="1959"/>
                    <a:pt x="3536" y="1959"/>
                  </a:cubicBezTo>
                  <a:cubicBezTo>
                    <a:pt x="3624" y="1959"/>
                    <a:pt x="3673" y="1952"/>
                    <a:pt x="3673" y="1952"/>
                  </a:cubicBezTo>
                  <a:cubicBezTo>
                    <a:pt x="3673" y="1952"/>
                    <a:pt x="3767" y="738"/>
                    <a:pt x="2552" y="215"/>
                  </a:cubicBezTo>
                  <a:cubicBezTo>
                    <a:pt x="2184" y="56"/>
                    <a:pt x="1804" y="1"/>
                    <a:pt x="1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765625" y="2925075"/>
              <a:ext cx="59225" cy="113500"/>
            </a:xfrm>
            <a:custGeom>
              <a:rect b="b" l="l" r="r" t="t"/>
              <a:pathLst>
                <a:path extrusionOk="0" h="4540" w="2369">
                  <a:moveTo>
                    <a:pt x="1601" y="0"/>
                  </a:moveTo>
                  <a:cubicBezTo>
                    <a:pt x="1601" y="0"/>
                    <a:pt x="1145" y="560"/>
                    <a:pt x="570" y="1978"/>
                  </a:cubicBezTo>
                  <a:cubicBezTo>
                    <a:pt x="1" y="3390"/>
                    <a:pt x="646" y="4539"/>
                    <a:pt x="646" y="4539"/>
                  </a:cubicBezTo>
                  <a:cubicBezTo>
                    <a:pt x="646" y="4539"/>
                    <a:pt x="1573" y="4134"/>
                    <a:pt x="1973" y="2788"/>
                  </a:cubicBezTo>
                  <a:cubicBezTo>
                    <a:pt x="2369" y="1446"/>
                    <a:pt x="1601" y="0"/>
                    <a:pt x="16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6698650" y="2814875"/>
              <a:ext cx="99375" cy="252425"/>
            </a:xfrm>
            <a:custGeom>
              <a:rect b="b" l="l" r="r" t="t"/>
              <a:pathLst>
                <a:path extrusionOk="0" fill="none" h="10097" w="3975">
                  <a:moveTo>
                    <a:pt x="0" y="1"/>
                  </a:moveTo>
                  <a:cubicBezTo>
                    <a:pt x="0" y="1"/>
                    <a:pt x="386" y="2558"/>
                    <a:pt x="1818" y="5717"/>
                  </a:cubicBezTo>
                  <a:cubicBezTo>
                    <a:pt x="3249" y="8877"/>
                    <a:pt x="3974" y="10096"/>
                    <a:pt x="3974" y="10096"/>
                  </a:cubicBezTo>
                </a:path>
              </a:pathLst>
            </a:custGeom>
            <a:solidFill>
              <a:schemeClr val="accent4"/>
            </a:solidFill>
            <a:ln cap="rnd" cmpd="sng" w="2950">
              <a:solidFill>
                <a:srgbClr val="DDC3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" name="Google Shape;340;p30"/>
          <p:cNvSpPr/>
          <p:nvPr/>
        </p:nvSpPr>
        <p:spPr>
          <a:xfrm>
            <a:off x="7850925" y="261800"/>
            <a:ext cx="807900" cy="807900"/>
          </a:xfrm>
          <a:prstGeom prst="star24">
            <a:avLst>
              <a:gd fmla="val 1786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2532837" y="40190"/>
            <a:ext cx="431700" cy="431700"/>
          </a:xfrm>
          <a:prstGeom prst="star24">
            <a:avLst>
              <a:gd fmla="val 1786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419450" y="4147225"/>
            <a:ext cx="591300" cy="591300"/>
          </a:xfrm>
          <a:prstGeom prst="star24">
            <a:avLst>
              <a:gd fmla="val 1786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3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/>
          <p:nvPr/>
        </p:nvSpPr>
        <p:spPr>
          <a:xfrm>
            <a:off x="-769950" y="306400"/>
            <a:ext cx="9579900" cy="453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31"/>
          <p:cNvGrpSpPr/>
          <p:nvPr/>
        </p:nvGrpSpPr>
        <p:grpSpPr>
          <a:xfrm flipH="1" rot="-1041984">
            <a:off x="8302158" y="525551"/>
            <a:ext cx="901561" cy="1567949"/>
            <a:chOff x="6618375" y="2708225"/>
            <a:chExt cx="206475" cy="359075"/>
          </a:xfrm>
        </p:grpSpPr>
        <p:sp>
          <p:nvSpPr>
            <p:cNvPr id="346" name="Google Shape;346;p31"/>
            <p:cNvSpPr/>
            <p:nvPr/>
          </p:nvSpPr>
          <p:spPr>
            <a:xfrm>
              <a:off x="6664150" y="2708225"/>
              <a:ext cx="49000" cy="130450"/>
            </a:xfrm>
            <a:custGeom>
              <a:rect b="b" l="l" r="r" t="t"/>
              <a:pathLst>
                <a:path extrusionOk="0" h="5218" w="1960">
                  <a:moveTo>
                    <a:pt x="1216" y="1"/>
                  </a:moveTo>
                  <a:cubicBezTo>
                    <a:pt x="1216" y="1"/>
                    <a:pt x="1" y="2115"/>
                    <a:pt x="377" y="3188"/>
                  </a:cubicBezTo>
                  <a:cubicBezTo>
                    <a:pt x="759" y="4262"/>
                    <a:pt x="1569" y="5218"/>
                    <a:pt x="1569" y="5218"/>
                  </a:cubicBezTo>
                  <a:cubicBezTo>
                    <a:pt x="1569" y="5218"/>
                    <a:pt x="1959" y="3904"/>
                    <a:pt x="1870" y="2595"/>
                  </a:cubicBezTo>
                  <a:cubicBezTo>
                    <a:pt x="1776" y="1281"/>
                    <a:pt x="1216" y="1"/>
                    <a:pt x="12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6618375" y="2781925"/>
              <a:ext cx="93000" cy="86650"/>
            </a:xfrm>
            <a:custGeom>
              <a:rect b="b" l="l" r="r" t="t"/>
              <a:pathLst>
                <a:path extrusionOk="0" h="3466" w="3720">
                  <a:moveTo>
                    <a:pt x="0" y="0"/>
                  </a:moveTo>
                  <a:cubicBezTo>
                    <a:pt x="0" y="0"/>
                    <a:pt x="636" y="1347"/>
                    <a:pt x="1667" y="2293"/>
                  </a:cubicBezTo>
                  <a:cubicBezTo>
                    <a:pt x="2693" y="3235"/>
                    <a:pt x="3720" y="3466"/>
                    <a:pt x="3720" y="3466"/>
                  </a:cubicBezTo>
                  <a:cubicBezTo>
                    <a:pt x="3720" y="3466"/>
                    <a:pt x="2995" y="1870"/>
                    <a:pt x="2232" y="1135"/>
                  </a:cubicBezTo>
                  <a:cubicBezTo>
                    <a:pt x="1469" y="405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6715125" y="2799100"/>
              <a:ext cx="47475" cy="96200"/>
            </a:xfrm>
            <a:custGeom>
              <a:rect b="b" l="l" r="r" t="t"/>
              <a:pathLst>
                <a:path extrusionOk="0" h="3848" w="1899">
                  <a:moveTo>
                    <a:pt x="1898" y="1"/>
                  </a:moveTo>
                  <a:lnTo>
                    <a:pt x="1898" y="1"/>
                  </a:lnTo>
                  <a:cubicBezTo>
                    <a:pt x="1898" y="1"/>
                    <a:pt x="627" y="782"/>
                    <a:pt x="316" y="1814"/>
                  </a:cubicBezTo>
                  <a:cubicBezTo>
                    <a:pt x="1" y="2840"/>
                    <a:pt x="161" y="3848"/>
                    <a:pt x="161" y="3848"/>
                  </a:cubicBezTo>
                  <a:cubicBezTo>
                    <a:pt x="161" y="3848"/>
                    <a:pt x="1390" y="3094"/>
                    <a:pt x="1484" y="2082"/>
                  </a:cubicBezTo>
                  <a:cubicBezTo>
                    <a:pt x="1578" y="1065"/>
                    <a:pt x="1898" y="1"/>
                    <a:pt x="18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6733725" y="2837825"/>
              <a:ext cx="71725" cy="97975"/>
            </a:xfrm>
            <a:custGeom>
              <a:rect b="b" l="l" r="r" t="t"/>
              <a:pathLst>
                <a:path extrusionOk="0" h="3919" w="2869">
                  <a:moveTo>
                    <a:pt x="2868" y="1"/>
                  </a:moveTo>
                  <a:lnTo>
                    <a:pt x="2868" y="1"/>
                  </a:lnTo>
                  <a:cubicBezTo>
                    <a:pt x="2868" y="1"/>
                    <a:pt x="1733" y="651"/>
                    <a:pt x="938" y="1404"/>
                  </a:cubicBezTo>
                  <a:cubicBezTo>
                    <a:pt x="137" y="2157"/>
                    <a:pt x="0" y="3919"/>
                    <a:pt x="0" y="3919"/>
                  </a:cubicBezTo>
                  <a:cubicBezTo>
                    <a:pt x="1036" y="3542"/>
                    <a:pt x="1832" y="2873"/>
                    <a:pt x="2119" y="2205"/>
                  </a:cubicBezTo>
                  <a:cubicBezTo>
                    <a:pt x="2407" y="1536"/>
                    <a:pt x="2868" y="1"/>
                    <a:pt x="28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6640725" y="2861625"/>
              <a:ext cx="88425" cy="62075"/>
            </a:xfrm>
            <a:custGeom>
              <a:rect b="b" l="l" r="r" t="t"/>
              <a:pathLst>
                <a:path extrusionOk="0" h="2483" w="3537">
                  <a:moveTo>
                    <a:pt x="1" y="0"/>
                  </a:moveTo>
                  <a:cubicBezTo>
                    <a:pt x="1" y="0"/>
                    <a:pt x="283" y="829"/>
                    <a:pt x="1192" y="1799"/>
                  </a:cubicBezTo>
                  <a:cubicBezTo>
                    <a:pt x="1719" y="2364"/>
                    <a:pt x="2423" y="2483"/>
                    <a:pt x="2922" y="2483"/>
                  </a:cubicBezTo>
                  <a:cubicBezTo>
                    <a:pt x="3283" y="2483"/>
                    <a:pt x="3537" y="2420"/>
                    <a:pt x="3537" y="2420"/>
                  </a:cubicBezTo>
                  <a:cubicBezTo>
                    <a:pt x="3537" y="2420"/>
                    <a:pt x="3353" y="1893"/>
                    <a:pt x="2487" y="975"/>
                  </a:cubicBezTo>
                  <a:cubicBezTo>
                    <a:pt x="1620" y="5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6672400" y="2952075"/>
              <a:ext cx="94200" cy="48975"/>
            </a:xfrm>
            <a:custGeom>
              <a:rect b="b" l="l" r="r" t="t"/>
              <a:pathLst>
                <a:path extrusionOk="0" h="1959" w="3768">
                  <a:moveTo>
                    <a:pt x="1453" y="1"/>
                  </a:moveTo>
                  <a:cubicBezTo>
                    <a:pt x="650" y="1"/>
                    <a:pt x="0" y="290"/>
                    <a:pt x="0" y="290"/>
                  </a:cubicBezTo>
                  <a:cubicBezTo>
                    <a:pt x="0" y="290"/>
                    <a:pt x="777" y="615"/>
                    <a:pt x="1794" y="1340"/>
                  </a:cubicBezTo>
                  <a:cubicBezTo>
                    <a:pt x="2566" y="1893"/>
                    <a:pt x="3253" y="1959"/>
                    <a:pt x="3536" y="1959"/>
                  </a:cubicBezTo>
                  <a:cubicBezTo>
                    <a:pt x="3624" y="1959"/>
                    <a:pt x="3673" y="1952"/>
                    <a:pt x="3673" y="1952"/>
                  </a:cubicBezTo>
                  <a:cubicBezTo>
                    <a:pt x="3673" y="1952"/>
                    <a:pt x="3767" y="738"/>
                    <a:pt x="2552" y="215"/>
                  </a:cubicBezTo>
                  <a:cubicBezTo>
                    <a:pt x="2184" y="56"/>
                    <a:pt x="1804" y="1"/>
                    <a:pt x="1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6765625" y="2925075"/>
              <a:ext cx="59225" cy="113500"/>
            </a:xfrm>
            <a:custGeom>
              <a:rect b="b" l="l" r="r" t="t"/>
              <a:pathLst>
                <a:path extrusionOk="0" h="4540" w="2369">
                  <a:moveTo>
                    <a:pt x="1601" y="0"/>
                  </a:moveTo>
                  <a:cubicBezTo>
                    <a:pt x="1601" y="0"/>
                    <a:pt x="1145" y="560"/>
                    <a:pt x="570" y="1978"/>
                  </a:cubicBezTo>
                  <a:cubicBezTo>
                    <a:pt x="1" y="3390"/>
                    <a:pt x="646" y="4539"/>
                    <a:pt x="646" y="4539"/>
                  </a:cubicBezTo>
                  <a:cubicBezTo>
                    <a:pt x="646" y="4539"/>
                    <a:pt x="1573" y="4134"/>
                    <a:pt x="1973" y="2788"/>
                  </a:cubicBezTo>
                  <a:cubicBezTo>
                    <a:pt x="2369" y="1446"/>
                    <a:pt x="1601" y="0"/>
                    <a:pt x="16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6698650" y="2814875"/>
              <a:ext cx="99375" cy="252425"/>
            </a:xfrm>
            <a:custGeom>
              <a:rect b="b" l="l" r="r" t="t"/>
              <a:pathLst>
                <a:path extrusionOk="0" fill="none" h="10097" w="3975">
                  <a:moveTo>
                    <a:pt x="0" y="1"/>
                  </a:moveTo>
                  <a:cubicBezTo>
                    <a:pt x="0" y="1"/>
                    <a:pt x="386" y="2558"/>
                    <a:pt x="1818" y="5717"/>
                  </a:cubicBezTo>
                  <a:cubicBezTo>
                    <a:pt x="3249" y="8877"/>
                    <a:pt x="3974" y="10096"/>
                    <a:pt x="3974" y="10096"/>
                  </a:cubicBezTo>
                </a:path>
              </a:pathLst>
            </a:custGeom>
            <a:solidFill>
              <a:schemeClr val="accent4"/>
            </a:solidFill>
            <a:ln cap="rnd" cmpd="sng" w="2950">
              <a:solidFill>
                <a:srgbClr val="DDC3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31"/>
          <p:cNvGrpSpPr/>
          <p:nvPr/>
        </p:nvGrpSpPr>
        <p:grpSpPr>
          <a:xfrm flipH="1" rot="157441">
            <a:off x="108033" y="3538204"/>
            <a:ext cx="670785" cy="957263"/>
            <a:chOff x="6984825" y="2942250"/>
            <a:chExt cx="153625" cy="219225"/>
          </a:xfrm>
        </p:grpSpPr>
        <p:sp>
          <p:nvSpPr>
            <p:cNvPr id="355" name="Google Shape;355;p31"/>
            <p:cNvSpPr/>
            <p:nvPr/>
          </p:nvSpPr>
          <p:spPr>
            <a:xfrm>
              <a:off x="7052975" y="2942250"/>
              <a:ext cx="71950" cy="110800"/>
            </a:xfrm>
            <a:custGeom>
              <a:rect b="b" l="l" r="r" t="t"/>
              <a:pathLst>
                <a:path extrusionOk="0" h="4432" w="2878">
                  <a:moveTo>
                    <a:pt x="2877" y="1"/>
                  </a:moveTo>
                  <a:cubicBezTo>
                    <a:pt x="2877" y="1"/>
                    <a:pt x="650" y="999"/>
                    <a:pt x="325" y="2086"/>
                  </a:cubicBezTo>
                  <a:cubicBezTo>
                    <a:pt x="0" y="3179"/>
                    <a:pt x="95" y="4431"/>
                    <a:pt x="95" y="4431"/>
                  </a:cubicBezTo>
                  <a:cubicBezTo>
                    <a:pt x="95" y="4431"/>
                    <a:pt x="1182" y="3593"/>
                    <a:pt x="1879" y="2482"/>
                  </a:cubicBezTo>
                  <a:cubicBezTo>
                    <a:pt x="2576" y="1366"/>
                    <a:pt x="2877" y="1"/>
                    <a:pt x="28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7012950" y="2957200"/>
              <a:ext cx="40050" cy="124675"/>
            </a:xfrm>
            <a:custGeom>
              <a:rect b="b" l="l" r="r" t="t"/>
              <a:pathLst>
                <a:path extrusionOk="0" h="4987" w="1602">
                  <a:moveTo>
                    <a:pt x="278" y="1"/>
                  </a:moveTo>
                  <a:cubicBezTo>
                    <a:pt x="278" y="1"/>
                    <a:pt x="0" y="1460"/>
                    <a:pt x="278" y="2830"/>
                  </a:cubicBezTo>
                  <a:cubicBezTo>
                    <a:pt x="556" y="4196"/>
                    <a:pt x="1253" y="4987"/>
                    <a:pt x="1253" y="4987"/>
                  </a:cubicBezTo>
                  <a:cubicBezTo>
                    <a:pt x="1253" y="4987"/>
                    <a:pt x="1601" y="3268"/>
                    <a:pt x="1418" y="2228"/>
                  </a:cubicBezTo>
                  <a:cubicBezTo>
                    <a:pt x="1229" y="1187"/>
                    <a:pt x="278" y="1"/>
                    <a:pt x="2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1"/>
            <p:cNvSpPr/>
            <p:nvPr/>
          </p:nvSpPr>
          <p:spPr>
            <a:xfrm>
              <a:off x="7034850" y="3055550"/>
              <a:ext cx="91600" cy="52625"/>
            </a:xfrm>
            <a:custGeom>
              <a:rect b="b" l="l" r="r" t="t"/>
              <a:pathLst>
                <a:path extrusionOk="0" h="2105" w="3664">
                  <a:moveTo>
                    <a:pt x="3403" y="0"/>
                  </a:moveTo>
                  <a:cubicBezTo>
                    <a:pt x="2940" y="0"/>
                    <a:pt x="1959" y="62"/>
                    <a:pt x="1323" y="544"/>
                  </a:cubicBezTo>
                  <a:cubicBezTo>
                    <a:pt x="462" y="1194"/>
                    <a:pt x="0" y="2098"/>
                    <a:pt x="0" y="2098"/>
                  </a:cubicBezTo>
                  <a:cubicBezTo>
                    <a:pt x="0" y="2098"/>
                    <a:pt x="75" y="2104"/>
                    <a:pt x="199" y="2104"/>
                  </a:cubicBezTo>
                  <a:cubicBezTo>
                    <a:pt x="617" y="2104"/>
                    <a:pt x="1590" y="2037"/>
                    <a:pt x="2110" y="1449"/>
                  </a:cubicBezTo>
                  <a:cubicBezTo>
                    <a:pt x="2783" y="681"/>
                    <a:pt x="3664" y="8"/>
                    <a:pt x="3664" y="8"/>
                  </a:cubicBezTo>
                  <a:cubicBezTo>
                    <a:pt x="3664" y="8"/>
                    <a:pt x="3565" y="0"/>
                    <a:pt x="34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7022825" y="3110725"/>
              <a:ext cx="115625" cy="43400"/>
            </a:xfrm>
            <a:custGeom>
              <a:rect b="b" l="l" r="r" t="t"/>
              <a:pathLst>
                <a:path extrusionOk="0" h="1736" w="4625">
                  <a:moveTo>
                    <a:pt x="3339" y="0"/>
                  </a:moveTo>
                  <a:cubicBezTo>
                    <a:pt x="2984" y="0"/>
                    <a:pt x="2597" y="15"/>
                    <a:pt x="2233" y="61"/>
                  </a:cubicBezTo>
                  <a:cubicBezTo>
                    <a:pt x="1145" y="202"/>
                    <a:pt x="1" y="1544"/>
                    <a:pt x="1" y="1544"/>
                  </a:cubicBezTo>
                  <a:cubicBezTo>
                    <a:pt x="450" y="1674"/>
                    <a:pt x="896" y="1736"/>
                    <a:pt x="1307" y="1736"/>
                  </a:cubicBezTo>
                  <a:cubicBezTo>
                    <a:pt x="1866" y="1736"/>
                    <a:pt x="2362" y="1622"/>
                    <a:pt x="2723" y="1408"/>
                  </a:cubicBezTo>
                  <a:cubicBezTo>
                    <a:pt x="3349" y="1036"/>
                    <a:pt x="4625" y="61"/>
                    <a:pt x="4625" y="61"/>
                  </a:cubicBezTo>
                  <a:cubicBezTo>
                    <a:pt x="4625" y="61"/>
                    <a:pt x="4047" y="0"/>
                    <a:pt x="3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6984825" y="3034775"/>
              <a:ext cx="46400" cy="100900"/>
            </a:xfrm>
            <a:custGeom>
              <a:rect b="b" l="l" r="r" t="t"/>
              <a:pathLst>
                <a:path extrusionOk="0" h="4036" w="1856">
                  <a:moveTo>
                    <a:pt x="254" y="1"/>
                  </a:moveTo>
                  <a:cubicBezTo>
                    <a:pt x="254" y="1"/>
                    <a:pt x="0" y="834"/>
                    <a:pt x="160" y="2157"/>
                  </a:cubicBezTo>
                  <a:cubicBezTo>
                    <a:pt x="325" y="3480"/>
                    <a:pt x="1695" y="4036"/>
                    <a:pt x="1695" y="4036"/>
                  </a:cubicBezTo>
                  <a:cubicBezTo>
                    <a:pt x="1695" y="4036"/>
                    <a:pt x="1855" y="3504"/>
                    <a:pt x="1695" y="2251"/>
                  </a:cubicBezTo>
                  <a:cubicBezTo>
                    <a:pt x="1530" y="999"/>
                    <a:pt x="254" y="1"/>
                    <a:pt x="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7020825" y="3030900"/>
              <a:ext cx="44775" cy="130575"/>
            </a:xfrm>
            <a:custGeom>
              <a:rect b="b" l="l" r="r" t="t"/>
              <a:pathLst>
                <a:path extrusionOk="0" fill="none" h="5223" w="1791">
                  <a:moveTo>
                    <a:pt x="1790" y="0"/>
                  </a:moveTo>
                  <a:cubicBezTo>
                    <a:pt x="1790" y="0"/>
                    <a:pt x="707" y="2086"/>
                    <a:pt x="1" y="5222"/>
                  </a:cubicBezTo>
                </a:path>
              </a:pathLst>
            </a:custGeom>
            <a:solidFill>
              <a:schemeClr val="accent4"/>
            </a:solidFill>
            <a:ln cap="rnd" cmpd="sng" w="2950">
              <a:solidFill>
                <a:srgbClr val="DDC3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31"/>
          <p:cNvSpPr/>
          <p:nvPr/>
        </p:nvSpPr>
        <p:spPr>
          <a:xfrm>
            <a:off x="138825" y="535000"/>
            <a:ext cx="807900" cy="807900"/>
          </a:xfrm>
          <a:prstGeom prst="star24">
            <a:avLst>
              <a:gd fmla="val 1786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7619525" y="579125"/>
            <a:ext cx="431700" cy="431700"/>
          </a:xfrm>
          <a:prstGeom prst="star24">
            <a:avLst>
              <a:gd fmla="val 1786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5839828" y="4161678"/>
            <a:ext cx="591300" cy="591300"/>
          </a:xfrm>
          <a:prstGeom prst="star24">
            <a:avLst>
              <a:gd fmla="val 1786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/>
          <p:nvPr>
            <p:ph type="ctrTitle"/>
          </p:nvPr>
        </p:nvSpPr>
        <p:spPr>
          <a:xfrm>
            <a:off x="713225" y="898850"/>
            <a:ext cx="4528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69" name="Google Shape;369;p33"/>
          <p:cNvSpPr txBox="1"/>
          <p:nvPr>
            <p:ph idx="1" type="subTitle"/>
          </p:nvPr>
        </p:nvSpPr>
        <p:spPr>
          <a:xfrm>
            <a:off x="713225" y="3747175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 txBox="1"/>
          <p:nvPr>
            <p:ph type="title"/>
          </p:nvPr>
        </p:nvSpPr>
        <p:spPr>
          <a:xfrm>
            <a:off x="713225" y="2785050"/>
            <a:ext cx="39384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2" name="Google Shape;372;p34"/>
          <p:cNvSpPr txBox="1"/>
          <p:nvPr>
            <p:ph hasCustomPrompt="1" idx="2" type="title"/>
          </p:nvPr>
        </p:nvSpPr>
        <p:spPr>
          <a:xfrm>
            <a:off x="713225" y="1307150"/>
            <a:ext cx="1122900" cy="1122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73" name="Google Shape;373;p34"/>
          <p:cNvGrpSpPr/>
          <p:nvPr/>
        </p:nvGrpSpPr>
        <p:grpSpPr>
          <a:xfrm>
            <a:off x="262800" y="258750"/>
            <a:ext cx="8618400" cy="4664400"/>
            <a:chOff x="262800" y="258750"/>
            <a:chExt cx="8618400" cy="4664400"/>
          </a:xfrm>
        </p:grpSpPr>
        <p:sp>
          <p:nvSpPr>
            <p:cNvPr id="374" name="Google Shape;374;p34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713225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8" name="Google Shape;378;p35"/>
          <p:cNvSpPr txBox="1"/>
          <p:nvPr>
            <p:ph idx="1" type="body"/>
          </p:nvPr>
        </p:nvSpPr>
        <p:spPr>
          <a:xfrm>
            <a:off x="720000" y="1215751"/>
            <a:ext cx="77040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79" name="Google Shape;379;p35"/>
          <p:cNvGrpSpPr/>
          <p:nvPr/>
        </p:nvGrpSpPr>
        <p:grpSpPr>
          <a:xfrm>
            <a:off x="0" y="224200"/>
            <a:ext cx="9144000" cy="4660550"/>
            <a:chOff x="0" y="224200"/>
            <a:chExt cx="9144000" cy="4660550"/>
          </a:xfrm>
        </p:grpSpPr>
        <p:cxnSp>
          <p:nvCxnSpPr>
            <p:cNvPr id="380" name="Google Shape;380;p35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1" name="Google Shape;381;p35"/>
            <p:cNvSpPr/>
            <p:nvPr/>
          </p:nvSpPr>
          <p:spPr>
            <a:xfrm>
              <a:off x="74088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2" name="Google Shape;382;p35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5" name="Google Shape;385;p36"/>
          <p:cNvSpPr txBox="1"/>
          <p:nvPr>
            <p:ph idx="1" type="subTitle"/>
          </p:nvPr>
        </p:nvSpPr>
        <p:spPr>
          <a:xfrm>
            <a:off x="5055284" y="37143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6" name="Google Shape;386;p36"/>
          <p:cNvSpPr txBox="1"/>
          <p:nvPr>
            <p:ph idx="2" type="subTitle"/>
          </p:nvPr>
        </p:nvSpPr>
        <p:spPr>
          <a:xfrm>
            <a:off x="1583300" y="37143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7" name="Google Shape;387;p36"/>
          <p:cNvSpPr txBox="1"/>
          <p:nvPr>
            <p:ph idx="3" type="subTitle"/>
          </p:nvPr>
        </p:nvSpPr>
        <p:spPr>
          <a:xfrm>
            <a:off x="5055275" y="314165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88" name="Google Shape;388;p36"/>
          <p:cNvSpPr txBox="1"/>
          <p:nvPr>
            <p:ph idx="4" type="subTitle"/>
          </p:nvPr>
        </p:nvSpPr>
        <p:spPr>
          <a:xfrm>
            <a:off x="1583075" y="314165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grpSp>
        <p:nvGrpSpPr>
          <p:cNvPr id="389" name="Google Shape;389;p36"/>
          <p:cNvGrpSpPr/>
          <p:nvPr/>
        </p:nvGrpSpPr>
        <p:grpSpPr>
          <a:xfrm>
            <a:off x="262800" y="258750"/>
            <a:ext cx="8618400" cy="4664396"/>
            <a:chOff x="262800" y="258750"/>
            <a:chExt cx="8618400" cy="4664396"/>
          </a:xfrm>
        </p:grpSpPr>
        <p:sp>
          <p:nvSpPr>
            <p:cNvPr id="390" name="Google Shape;390;p36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97275" y="484634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grpSp>
        <p:nvGrpSpPr>
          <p:cNvPr id="394" name="Google Shape;394;p37"/>
          <p:cNvGrpSpPr/>
          <p:nvPr/>
        </p:nvGrpSpPr>
        <p:grpSpPr>
          <a:xfrm>
            <a:off x="262800" y="224200"/>
            <a:ext cx="8618400" cy="4660550"/>
            <a:chOff x="262800" y="224200"/>
            <a:chExt cx="8618400" cy="4660550"/>
          </a:xfrm>
        </p:grpSpPr>
        <p:sp>
          <p:nvSpPr>
            <p:cNvPr id="395" name="Google Shape;395;p37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74019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720000" y="445025"/>
            <a:ext cx="3662100" cy="11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9" name="Google Shape;399;p38"/>
          <p:cNvSpPr txBox="1"/>
          <p:nvPr>
            <p:ph idx="1" type="subTitle"/>
          </p:nvPr>
        </p:nvSpPr>
        <p:spPr>
          <a:xfrm>
            <a:off x="720000" y="1852700"/>
            <a:ext cx="3662100" cy="18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00" name="Google Shape;400;p38"/>
          <p:cNvGrpSpPr/>
          <p:nvPr/>
        </p:nvGrpSpPr>
        <p:grpSpPr>
          <a:xfrm>
            <a:off x="0" y="262600"/>
            <a:ext cx="9144000" cy="4660550"/>
            <a:chOff x="0" y="262600"/>
            <a:chExt cx="9144000" cy="4660550"/>
          </a:xfrm>
        </p:grpSpPr>
        <p:cxnSp>
          <p:nvCxnSpPr>
            <p:cNvPr id="401" name="Google Shape;401;p38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38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3" name="Google Shape;403;p38"/>
            <p:cNvSpPr/>
            <p:nvPr/>
          </p:nvSpPr>
          <p:spPr>
            <a:xfrm>
              <a:off x="713225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06" name="Google Shape;406;p39"/>
          <p:cNvGrpSpPr/>
          <p:nvPr/>
        </p:nvGrpSpPr>
        <p:grpSpPr>
          <a:xfrm>
            <a:off x="0" y="262600"/>
            <a:ext cx="9144000" cy="4660550"/>
            <a:chOff x="0" y="262600"/>
            <a:chExt cx="9144000" cy="4660550"/>
          </a:xfrm>
        </p:grpSpPr>
        <p:cxnSp>
          <p:nvCxnSpPr>
            <p:cNvPr id="407" name="Google Shape;407;p39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39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9" name="Google Shape;409;p39"/>
            <p:cNvSpPr/>
            <p:nvPr/>
          </p:nvSpPr>
          <p:spPr>
            <a:xfrm>
              <a:off x="7408800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type="title"/>
          </p:nvPr>
        </p:nvSpPr>
        <p:spPr>
          <a:xfrm>
            <a:off x="2135550" y="1048900"/>
            <a:ext cx="4872900" cy="14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2" name="Google Shape;412;p40"/>
          <p:cNvSpPr txBox="1"/>
          <p:nvPr>
            <p:ph idx="1" type="subTitle"/>
          </p:nvPr>
        </p:nvSpPr>
        <p:spPr>
          <a:xfrm>
            <a:off x="2135550" y="296257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13" name="Google Shape;413;p40"/>
          <p:cNvGrpSpPr/>
          <p:nvPr/>
        </p:nvGrpSpPr>
        <p:grpSpPr>
          <a:xfrm>
            <a:off x="0" y="262600"/>
            <a:ext cx="9144000" cy="4622150"/>
            <a:chOff x="0" y="262600"/>
            <a:chExt cx="9144000" cy="4622150"/>
          </a:xfrm>
        </p:grpSpPr>
        <p:cxnSp>
          <p:nvCxnSpPr>
            <p:cNvPr id="414" name="Google Shape;414;p40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40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1"/>
          <p:cNvSpPr txBox="1"/>
          <p:nvPr>
            <p:ph type="title"/>
          </p:nvPr>
        </p:nvSpPr>
        <p:spPr>
          <a:xfrm>
            <a:off x="720000" y="3946800"/>
            <a:ext cx="7704000" cy="64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/>
          <p:nvPr>
            <p:ph hasCustomPrompt="1" type="title"/>
          </p:nvPr>
        </p:nvSpPr>
        <p:spPr>
          <a:xfrm>
            <a:off x="1284000" y="1163050"/>
            <a:ext cx="6576000" cy="148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21" name="Google Shape;421;p42"/>
          <p:cNvSpPr txBox="1"/>
          <p:nvPr>
            <p:ph idx="1" type="subTitle"/>
          </p:nvPr>
        </p:nvSpPr>
        <p:spPr>
          <a:xfrm>
            <a:off x="1284000" y="31883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22" name="Google Shape;422;p42"/>
          <p:cNvGrpSpPr/>
          <p:nvPr/>
        </p:nvGrpSpPr>
        <p:grpSpPr>
          <a:xfrm>
            <a:off x="0" y="262600"/>
            <a:ext cx="9144000" cy="4622150"/>
            <a:chOff x="0" y="262600"/>
            <a:chExt cx="9144000" cy="4622150"/>
          </a:xfrm>
        </p:grpSpPr>
        <p:cxnSp>
          <p:nvCxnSpPr>
            <p:cNvPr id="423" name="Google Shape;423;p42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42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8" name="Google Shape;428;p44"/>
          <p:cNvSpPr txBox="1"/>
          <p:nvPr>
            <p:ph hasCustomPrompt="1" idx="2" type="title"/>
          </p:nvPr>
        </p:nvSpPr>
        <p:spPr>
          <a:xfrm>
            <a:off x="1505375" y="1459750"/>
            <a:ext cx="734700" cy="734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44"/>
          <p:cNvSpPr txBox="1"/>
          <p:nvPr>
            <p:ph hasCustomPrompt="1" idx="3" type="title"/>
          </p:nvPr>
        </p:nvSpPr>
        <p:spPr>
          <a:xfrm>
            <a:off x="1505375" y="3132575"/>
            <a:ext cx="734700" cy="734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0" name="Google Shape;430;p44"/>
          <p:cNvSpPr txBox="1"/>
          <p:nvPr>
            <p:ph hasCustomPrompt="1" idx="4" type="title"/>
          </p:nvPr>
        </p:nvSpPr>
        <p:spPr>
          <a:xfrm>
            <a:off x="4204647" y="1459752"/>
            <a:ext cx="734700" cy="734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1" name="Google Shape;431;p44"/>
          <p:cNvSpPr txBox="1"/>
          <p:nvPr>
            <p:ph hasCustomPrompt="1" idx="5" type="title"/>
          </p:nvPr>
        </p:nvSpPr>
        <p:spPr>
          <a:xfrm>
            <a:off x="4204647" y="3132575"/>
            <a:ext cx="734700" cy="734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2" name="Google Shape;432;p44"/>
          <p:cNvSpPr txBox="1"/>
          <p:nvPr>
            <p:ph hasCustomPrompt="1" idx="6" type="title"/>
          </p:nvPr>
        </p:nvSpPr>
        <p:spPr>
          <a:xfrm>
            <a:off x="6903925" y="1459752"/>
            <a:ext cx="734700" cy="734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3" name="Google Shape;433;p44"/>
          <p:cNvSpPr txBox="1"/>
          <p:nvPr>
            <p:ph hasCustomPrompt="1" idx="7" type="title"/>
          </p:nvPr>
        </p:nvSpPr>
        <p:spPr>
          <a:xfrm>
            <a:off x="6903925" y="3132575"/>
            <a:ext cx="734700" cy="7347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4" name="Google Shape;434;p44"/>
          <p:cNvSpPr txBox="1"/>
          <p:nvPr>
            <p:ph idx="1" type="subTitle"/>
          </p:nvPr>
        </p:nvSpPr>
        <p:spPr>
          <a:xfrm>
            <a:off x="719975" y="22920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5" name="Google Shape;435;p44"/>
          <p:cNvSpPr txBox="1"/>
          <p:nvPr>
            <p:ph idx="8" type="subTitle"/>
          </p:nvPr>
        </p:nvSpPr>
        <p:spPr>
          <a:xfrm>
            <a:off x="3419246" y="22920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44"/>
          <p:cNvSpPr txBox="1"/>
          <p:nvPr>
            <p:ph idx="9" type="subTitle"/>
          </p:nvPr>
        </p:nvSpPr>
        <p:spPr>
          <a:xfrm>
            <a:off x="6118524" y="22920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7" name="Google Shape;437;p44"/>
          <p:cNvSpPr txBox="1"/>
          <p:nvPr>
            <p:ph idx="13" type="subTitle"/>
          </p:nvPr>
        </p:nvSpPr>
        <p:spPr>
          <a:xfrm>
            <a:off x="719975" y="39650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8" name="Google Shape;438;p44"/>
          <p:cNvSpPr txBox="1"/>
          <p:nvPr>
            <p:ph idx="14" type="subTitle"/>
          </p:nvPr>
        </p:nvSpPr>
        <p:spPr>
          <a:xfrm>
            <a:off x="3419246" y="39650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9" name="Google Shape;439;p44"/>
          <p:cNvSpPr txBox="1"/>
          <p:nvPr>
            <p:ph idx="15" type="subTitle"/>
          </p:nvPr>
        </p:nvSpPr>
        <p:spPr>
          <a:xfrm>
            <a:off x="6118524" y="39650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grpSp>
        <p:nvGrpSpPr>
          <p:cNvPr id="440" name="Google Shape;440;p44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441" name="Google Shape;441;p44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/>
          <p:nvPr>
            <p:ph type="title"/>
          </p:nvPr>
        </p:nvSpPr>
        <p:spPr>
          <a:xfrm>
            <a:off x="4051375" y="3100300"/>
            <a:ext cx="43794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5" name="Google Shape;445;p45"/>
          <p:cNvSpPr txBox="1"/>
          <p:nvPr>
            <p:ph idx="1" type="subTitle"/>
          </p:nvPr>
        </p:nvSpPr>
        <p:spPr>
          <a:xfrm>
            <a:off x="1578475" y="1363375"/>
            <a:ext cx="68523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46" name="Google Shape;446;p45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447" name="Google Shape;447;p45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5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/>
          <p:nvPr>
            <p:ph type="title"/>
          </p:nvPr>
        </p:nvSpPr>
        <p:spPr>
          <a:xfrm>
            <a:off x="720000" y="1313900"/>
            <a:ext cx="35196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51" name="Google Shape;451;p46"/>
          <p:cNvSpPr txBox="1"/>
          <p:nvPr>
            <p:ph idx="1" type="subTitle"/>
          </p:nvPr>
        </p:nvSpPr>
        <p:spPr>
          <a:xfrm>
            <a:off x="720000" y="3099400"/>
            <a:ext cx="35196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2" name="Google Shape;452;p46"/>
          <p:cNvSpPr/>
          <p:nvPr>
            <p:ph idx="2" type="pic"/>
          </p:nvPr>
        </p:nvSpPr>
        <p:spPr>
          <a:xfrm>
            <a:off x="5471640" y="3"/>
            <a:ext cx="36723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3" name="Google Shape;453;p46"/>
          <p:cNvGrpSpPr/>
          <p:nvPr/>
        </p:nvGrpSpPr>
        <p:grpSpPr>
          <a:xfrm>
            <a:off x="262800" y="258750"/>
            <a:ext cx="8618400" cy="4664396"/>
            <a:chOff x="262800" y="258750"/>
            <a:chExt cx="8618400" cy="4664396"/>
          </a:xfrm>
        </p:grpSpPr>
        <p:sp>
          <p:nvSpPr>
            <p:cNvPr id="454" name="Google Shape;454;p46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497275" y="484634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7"/>
          <p:cNvSpPr txBox="1"/>
          <p:nvPr>
            <p:ph type="title"/>
          </p:nvPr>
        </p:nvSpPr>
        <p:spPr>
          <a:xfrm>
            <a:off x="720000" y="1489263"/>
            <a:ext cx="24492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58" name="Google Shape;458;p47"/>
          <p:cNvSpPr txBox="1"/>
          <p:nvPr>
            <p:ph idx="1" type="subTitle"/>
          </p:nvPr>
        </p:nvSpPr>
        <p:spPr>
          <a:xfrm>
            <a:off x="720000" y="2711938"/>
            <a:ext cx="2449200" cy="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59" name="Google Shape;459;p47"/>
          <p:cNvGrpSpPr/>
          <p:nvPr/>
        </p:nvGrpSpPr>
        <p:grpSpPr>
          <a:xfrm>
            <a:off x="262800" y="258750"/>
            <a:ext cx="8618400" cy="4664396"/>
            <a:chOff x="262800" y="258750"/>
            <a:chExt cx="8618400" cy="4664396"/>
          </a:xfrm>
        </p:grpSpPr>
        <p:sp>
          <p:nvSpPr>
            <p:cNvPr id="460" name="Google Shape;460;p47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7"/>
            <p:cNvSpPr/>
            <p:nvPr/>
          </p:nvSpPr>
          <p:spPr>
            <a:xfrm>
              <a:off x="497275" y="484634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5981575" y="1489263"/>
            <a:ext cx="24492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64" name="Google Shape;464;p48"/>
          <p:cNvSpPr txBox="1"/>
          <p:nvPr>
            <p:ph idx="1" type="subTitle"/>
          </p:nvPr>
        </p:nvSpPr>
        <p:spPr>
          <a:xfrm>
            <a:off x="5981575" y="2711938"/>
            <a:ext cx="2449200" cy="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65" name="Google Shape;465;p48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466" name="Google Shape;466;p48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8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49"/>
          <p:cNvGrpSpPr/>
          <p:nvPr/>
        </p:nvGrpSpPr>
        <p:grpSpPr>
          <a:xfrm>
            <a:off x="262800" y="224200"/>
            <a:ext cx="8618400" cy="4660550"/>
            <a:chOff x="262800" y="224200"/>
            <a:chExt cx="8618400" cy="4660550"/>
          </a:xfrm>
        </p:grpSpPr>
        <p:sp>
          <p:nvSpPr>
            <p:cNvPr id="470" name="Google Shape;470;p49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9"/>
            <p:cNvSpPr/>
            <p:nvPr/>
          </p:nvSpPr>
          <p:spPr>
            <a:xfrm>
              <a:off x="74019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" name="Google Shape;472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73" name="Google Shape;473;p49"/>
          <p:cNvSpPr txBox="1"/>
          <p:nvPr>
            <p:ph idx="1" type="body"/>
          </p:nvPr>
        </p:nvSpPr>
        <p:spPr>
          <a:xfrm>
            <a:off x="720000" y="1215748"/>
            <a:ext cx="7704000" cy="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50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476" name="Google Shape;476;p50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0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79" name="Google Shape;479;p50"/>
          <p:cNvSpPr txBox="1"/>
          <p:nvPr>
            <p:ph idx="1" type="body"/>
          </p:nvPr>
        </p:nvSpPr>
        <p:spPr>
          <a:xfrm>
            <a:off x="720000" y="1215755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2" name="Google Shape;482;p51"/>
          <p:cNvSpPr txBox="1"/>
          <p:nvPr>
            <p:ph idx="1" type="subTitle"/>
          </p:nvPr>
        </p:nvSpPr>
        <p:spPr>
          <a:xfrm>
            <a:off x="4938187" y="2367525"/>
            <a:ext cx="2829600" cy="14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3" name="Google Shape;483;p51"/>
          <p:cNvSpPr txBox="1"/>
          <p:nvPr>
            <p:ph idx="2" type="subTitle"/>
          </p:nvPr>
        </p:nvSpPr>
        <p:spPr>
          <a:xfrm>
            <a:off x="1376188" y="2367525"/>
            <a:ext cx="2829600" cy="14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4" name="Google Shape;484;p51"/>
          <p:cNvSpPr txBox="1"/>
          <p:nvPr>
            <p:ph idx="3" type="subTitle"/>
          </p:nvPr>
        </p:nvSpPr>
        <p:spPr>
          <a:xfrm>
            <a:off x="1376188" y="1808625"/>
            <a:ext cx="2829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85" name="Google Shape;485;p51"/>
          <p:cNvSpPr txBox="1"/>
          <p:nvPr>
            <p:ph idx="4" type="subTitle"/>
          </p:nvPr>
        </p:nvSpPr>
        <p:spPr>
          <a:xfrm>
            <a:off x="4938214" y="1808625"/>
            <a:ext cx="2829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grpSp>
        <p:nvGrpSpPr>
          <p:cNvPr id="486" name="Google Shape;486;p51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487" name="Google Shape;487;p51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52"/>
          <p:cNvGrpSpPr/>
          <p:nvPr/>
        </p:nvGrpSpPr>
        <p:grpSpPr>
          <a:xfrm>
            <a:off x="262800" y="224200"/>
            <a:ext cx="8618400" cy="4660550"/>
            <a:chOff x="262800" y="224200"/>
            <a:chExt cx="8618400" cy="4660550"/>
          </a:xfrm>
        </p:grpSpPr>
        <p:sp>
          <p:nvSpPr>
            <p:cNvPr id="491" name="Google Shape;491;p52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2"/>
            <p:cNvSpPr/>
            <p:nvPr/>
          </p:nvSpPr>
          <p:spPr>
            <a:xfrm>
              <a:off x="74019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94" name="Google Shape;494;p52"/>
          <p:cNvSpPr txBox="1"/>
          <p:nvPr>
            <p:ph idx="1" type="subTitle"/>
          </p:nvPr>
        </p:nvSpPr>
        <p:spPr>
          <a:xfrm>
            <a:off x="4907572" y="1418013"/>
            <a:ext cx="32256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5" name="Google Shape;495;p52"/>
          <p:cNvSpPr txBox="1"/>
          <p:nvPr>
            <p:ph idx="2" type="subTitle"/>
          </p:nvPr>
        </p:nvSpPr>
        <p:spPr>
          <a:xfrm>
            <a:off x="1010975" y="1418013"/>
            <a:ext cx="32256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2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98" name="Google Shape;498;p53"/>
          <p:cNvSpPr txBox="1"/>
          <p:nvPr>
            <p:ph idx="1" type="subTitle"/>
          </p:nvPr>
        </p:nvSpPr>
        <p:spPr>
          <a:xfrm>
            <a:off x="1123275" y="3434400"/>
            <a:ext cx="689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9" name="Google Shape;499;p53"/>
          <p:cNvSpPr txBox="1"/>
          <p:nvPr>
            <p:ph idx="2" type="subTitle"/>
          </p:nvPr>
        </p:nvSpPr>
        <p:spPr>
          <a:xfrm>
            <a:off x="1123342" y="1984600"/>
            <a:ext cx="689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0" name="Google Shape;500;p53"/>
          <p:cNvSpPr txBox="1"/>
          <p:nvPr>
            <p:ph idx="3" type="subTitle"/>
          </p:nvPr>
        </p:nvSpPr>
        <p:spPr>
          <a:xfrm>
            <a:off x="1123339" y="1425700"/>
            <a:ext cx="6897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01" name="Google Shape;501;p53"/>
          <p:cNvSpPr txBox="1"/>
          <p:nvPr>
            <p:ph idx="4" type="subTitle"/>
          </p:nvPr>
        </p:nvSpPr>
        <p:spPr>
          <a:xfrm>
            <a:off x="1123340" y="2875500"/>
            <a:ext cx="6897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grpSp>
        <p:nvGrpSpPr>
          <p:cNvPr id="502" name="Google Shape;502;p53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503" name="Google Shape;503;p53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3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54"/>
          <p:cNvGrpSpPr/>
          <p:nvPr/>
        </p:nvGrpSpPr>
        <p:grpSpPr>
          <a:xfrm>
            <a:off x="0" y="262600"/>
            <a:ext cx="9144000" cy="4660550"/>
            <a:chOff x="0" y="262600"/>
            <a:chExt cx="9144000" cy="4660550"/>
          </a:xfrm>
        </p:grpSpPr>
        <p:cxnSp>
          <p:nvCxnSpPr>
            <p:cNvPr id="507" name="Google Shape;507;p54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54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9" name="Google Shape;509;p54"/>
            <p:cNvSpPr/>
            <p:nvPr/>
          </p:nvSpPr>
          <p:spPr>
            <a:xfrm>
              <a:off x="7408800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11" name="Google Shape;511;p54"/>
          <p:cNvSpPr txBox="1"/>
          <p:nvPr>
            <p:ph idx="1" type="subTitle"/>
          </p:nvPr>
        </p:nvSpPr>
        <p:spPr>
          <a:xfrm>
            <a:off x="937625" y="2360152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2" name="Google Shape;512;p54"/>
          <p:cNvSpPr txBox="1"/>
          <p:nvPr>
            <p:ph idx="2" type="subTitle"/>
          </p:nvPr>
        </p:nvSpPr>
        <p:spPr>
          <a:xfrm>
            <a:off x="3484347" y="2360152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3" name="Google Shape;513;p54"/>
          <p:cNvSpPr txBox="1"/>
          <p:nvPr>
            <p:ph idx="3" type="subTitle"/>
          </p:nvPr>
        </p:nvSpPr>
        <p:spPr>
          <a:xfrm>
            <a:off x="6031075" y="2360152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4" name="Google Shape;514;p54"/>
          <p:cNvSpPr txBox="1"/>
          <p:nvPr>
            <p:ph idx="4" type="subTitle"/>
          </p:nvPr>
        </p:nvSpPr>
        <p:spPr>
          <a:xfrm>
            <a:off x="937625" y="1846273"/>
            <a:ext cx="21753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15" name="Google Shape;515;p54"/>
          <p:cNvSpPr txBox="1"/>
          <p:nvPr>
            <p:ph idx="5" type="subTitle"/>
          </p:nvPr>
        </p:nvSpPr>
        <p:spPr>
          <a:xfrm>
            <a:off x="3484350" y="1846273"/>
            <a:ext cx="21753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16" name="Google Shape;516;p54"/>
          <p:cNvSpPr txBox="1"/>
          <p:nvPr>
            <p:ph idx="6" type="subTitle"/>
          </p:nvPr>
        </p:nvSpPr>
        <p:spPr>
          <a:xfrm>
            <a:off x="6031075" y="1846273"/>
            <a:ext cx="21753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55"/>
          <p:cNvGrpSpPr/>
          <p:nvPr/>
        </p:nvGrpSpPr>
        <p:grpSpPr>
          <a:xfrm>
            <a:off x="0" y="262600"/>
            <a:ext cx="9144000" cy="4660550"/>
            <a:chOff x="0" y="262600"/>
            <a:chExt cx="9144000" cy="4660550"/>
          </a:xfrm>
        </p:grpSpPr>
        <p:cxnSp>
          <p:nvCxnSpPr>
            <p:cNvPr id="519" name="Google Shape;519;p55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55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1" name="Google Shape;521;p55"/>
            <p:cNvSpPr/>
            <p:nvPr/>
          </p:nvSpPr>
          <p:spPr>
            <a:xfrm>
              <a:off x="7408800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3" name="Google Shape;523;p55"/>
          <p:cNvSpPr txBox="1"/>
          <p:nvPr>
            <p:ph idx="1" type="subTitle"/>
          </p:nvPr>
        </p:nvSpPr>
        <p:spPr>
          <a:xfrm>
            <a:off x="937625" y="2402998"/>
            <a:ext cx="21753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24" name="Google Shape;524;p55"/>
          <p:cNvSpPr txBox="1"/>
          <p:nvPr>
            <p:ph idx="2" type="subTitle"/>
          </p:nvPr>
        </p:nvSpPr>
        <p:spPr>
          <a:xfrm>
            <a:off x="3484350" y="2402998"/>
            <a:ext cx="21753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25" name="Google Shape;525;p55"/>
          <p:cNvSpPr txBox="1"/>
          <p:nvPr>
            <p:ph idx="3" type="subTitle"/>
          </p:nvPr>
        </p:nvSpPr>
        <p:spPr>
          <a:xfrm>
            <a:off x="6031075" y="2402998"/>
            <a:ext cx="21753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26" name="Google Shape;526;p55"/>
          <p:cNvSpPr txBox="1"/>
          <p:nvPr>
            <p:ph idx="4" type="body"/>
          </p:nvPr>
        </p:nvSpPr>
        <p:spPr>
          <a:xfrm>
            <a:off x="937625" y="2933075"/>
            <a:ext cx="21753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7" name="Google Shape;527;p55"/>
          <p:cNvSpPr txBox="1"/>
          <p:nvPr>
            <p:ph idx="5" type="body"/>
          </p:nvPr>
        </p:nvSpPr>
        <p:spPr>
          <a:xfrm>
            <a:off x="3484350" y="2933075"/>
            <a:ext cx="21753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8" name="Google Shape;528;p55"/>
          <p:cNvSpPr txBox="1"/>
          <p:nvPr>
            <p:ph idx="6" type="body"/>
          </p:nvPr>
        </p:nvSpPr>
        <p:spPr>
          <a:xfrm>
            <a:off x="6031075" y="2933075"/>
            <a:ext cx="21753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56"/>
          <p:cNvGrpSpPr/>
          <p:nvPr/>
        </p:nvGrpSpPr>
        <p:grpSpPr>
          <a:xfrm>
            <a:off x="262800" y="224200"/>
            <a:ext cx="8618400" cy="4660550"/>
            <a:chOff x="262800" y="224200"/>
            <a:chExt cx="8618400" cy="4660550"/>
          </a:xfrm>
        </p:grpSpPr>
        <p:sp>
          <p:nvSpPr>
            <p:cNvPr id="531" name="Google Shape;531;p56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6"/>
            <p:cNvSpPr/>
            <p:nvPr/>
          </p:nvSpPr>
          <p:spPr>
            <a:xfrm>
              <a:off x="74019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34" name="Google Shape;534;p56"/>
          <p:cNvSpPr txBox="1"/>
          <p:nvPr>
            <p:ph idx="1" type="subTitle"/>
          </p:nvPr>
        </p:nvSpPr>
        <p:spPr>
          <a:xfrm>
            <a:off x="1253224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5" name="Google Shape;535;p56"/>
          <p:cNvSpPr txBox="1"/>
          <p:nvPr>
            <p:ph idx="2" type="subTitle"/>
          </p:nvPr>
        </p:nvSpPr>
        <p:spPr>
          <a:xfrm>
            <a:off x="5079776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6" name="Google Shape;536;p56"/>
          <p:cNvSpPr txBox="1"/>
          <p:nvPr>
            <p:ph idx="3" type="subTitle"/>
          </p:nvPr>
        </p:nvSpPr>
        <p:spPr>
          <a:xfrm>
            <a:off x="1253224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7" name="Google Shape;537;p56"/>
          <p:cNvSpPr txBox="1"/>
          <p:nvPr>
            <p:ph idx="4" type="subTitle"/>
          </p:nvPr>
        </p:nvSpPr>
        <p:spPr>
          <a:xfrm>
            <a:off x="5079776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8" name="Google Shape;538;p56"/>
          <p:cNvSpPr txBox="1"/>
          <p:nvPr>
            <p:ph idx="5" type="subTitle"/>
          </p:nvPr>
        </p:nvSpPr>
        <p:spPr>
          <a:xfrm>
            <a:off x="1253224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39" name="Google Shape;539;p56"/>
          <p:cNvSpPr txBox="1"/>
          <p:nvPr>
            <p:ph idx="6" type="subTitle"/>
          </p:nvPr>
        </p:nvSpPr>
        <p:spPr>
          <a:xfrm>
            <a:off x="1253224" y="31162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40" name="Google Shape;540;p56"/>
          <p:cNvSpPr txBox="1"/>
          <p:nvPr>
            <p:ph idx="7" type="subTitle"/>
          </p:nvPr>
        </p:nvSpPr>
        <p:spPr>
          <a:xfrm>
            <a:off x="5079749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41" name="Google Shape;541;p56"/>
          <p:cNvSpPr txBox="1"/>
          <p:nvPr>
            <p:ph idx="8" type="subTitle"/>
          </p:nvPr>
        </p:nvSpPr>
        <p:spPr>
          <a:xfrm>
            <a:off x="5079749" y="31162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44" name="Google Shape;544;p57"/>
          <p:cNvSpPr txBox="1"/>
          <p:nvPr>
            <p:ph idx="1" type="subTitle"/>
          </p:nvPr>
        </p:nvSpPr>
        <p:spPr>
          <a:xfrm>
            <a:off x="720000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5" name="Google Shape;545;p57"/>
          <p:cNvSpPr txBox="1"/>
          <p:nvPr>
            <p:ph idx="2" type="subTitle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6" name="Google Shape;546;p57"/>
          <p:cNvSpPr txBox="1"/>
          <p:nvPr>
            <p:ph idx="3" type="subTitle"/>
          </p:nvPr>
        </p:nvSpPr>
        <p:spPr>
          <a:xfrm>
            <a:off x="720000" y="344045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7" name="Google Shape;547;p57"/>
          <p:cNvSpPr txBox="1"/>
          <p:nvPr>
            <p:ph idx="4" type="subTitle"/>
          </p:nvPr>
        </p:nvSpPr>
        <p:spPr>
          <a:xfrm>
            <a:off x="3579000" y="344045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8" name="Google Shape;548;p57"/>
          <p:cNvSpPr txBox="1"/>
          <p:nvPr>
            <p:ph idx="5" type="subTitle"/>
          </p:nvPr>
        </p:nvSpPr>
        <p:spPr>
          <a:xfrm>
            <a:off x="6437997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9" name="Google Shape;549;p57"/>
          <p:cNvSpPr txBox="1"/>
          <p:nvPr>
            <p:ph idx="6" type="subTitle"/>
          </p:nvPr>
        </p:nvSpPr>
        <p:spPr>
          <a:xfrm>
            <a:off x="6437997" y="344045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0" name="Google Shape;550;p57"/>
          <p:cNvSpPr txBox="1"/>
          <p:nvPr>
            <p:ph idx="7" type="subTitle"/>
          </p:nvPr>
        </p:nvSpPr>
        <p:spPr>
          <a:xfrm>
            <a:off x="727805" y="13362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51" name="Google Shape;551;p57"/>
          <p:cNvSpPr txBox="1"/>
          <p:nvPr>
            <p:ph idx="8" type="subTitle"/>
          </p:nvPr>
        </p:nvSpPr>
        <p:spPr>
          <a:xfrm>
            <a:off x="3582902" y="13362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52" name="Google Shape;552;p57"/>
          <p:cNvSpPr txBox="1"/>
          <p:nvPr>
            <p:ph idx="9" type="subTitle"/>
          </p:nvPr>
        </p:nvSpPr>
        <p:spPr>
          <a:xfrm>
            <a:off x="6441895" y="13362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53" name="Google Shape;553;p57"/>
          <p:cNvSpPr txBox="1"/>
          <p:nvPr>
            <p:ph idx="13" type="subTitle"/>
          </p:nvPr>
        </p:nvSpPr>
        <p:spPr>
          <a:xfrm>
            <a:off x="723905" y="30633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54" name="Google Shape;554;p57"/>
          <p:cNvSpPr txBox="1"/>
          <p:nvPr>
            <p:ph idx="14" type="subTitle"/>
          </p:nvPr>
        </p:nvSpPr>
        <p:spPr>
          <a:xfrm>
            <a:off x="3582902" y="30633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55" name="Google Shape;555;p57"/>
          <p:cNvSpPr txBox="1"/>
          <p:nvPr>
            <p:ph idx="15" type="subTitle"/>
          </p:nvPr>
        </p:nvSpPr>
        <p:spPr>
          <a:xfrm>
            <a:off x="6441895" y="30633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"/>
              <a:buNone/>
              <a:defRPr b="1" sz="2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grpSp>
        <p:nvGrpSpPr>
          <p:cNvPr id="556" name="Google Shape;556;p57"/>
          <p:cNvGrpSpPr/>
          <p:nvPr/>
        </p:nvGrpSpPr>
        <p:grpSpPr>
          <a:xfrm>
            <a:off x="262800" y="262600"/>
            <a:ext cx="8618400" cy="4660546"/>
            <a:chOff x="262800" y="258750"/>
            <a:chExt cx="8618400" cy="4660546"/>
          </a:xfrm>
        </p:grpSpPr>
        <p:sp>
          <p:nvSpPr>
            <p:cNvPr id="557" name="Google Shape;557;p57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57"/>
            <p:cNvSpPr/>
            <p:nvPr/>
          </p:nvSpPr>
          <p:spPr>
            <a:xfrm>
              <a:off x="483275" y="48424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8"/>
          <p:cNvSpPr txBox="1"/>
          <p:nvPr>
            <p:ph hasCustomPrompt="1" type="title"/>
          </p:nvPr>
        </p:nvSpPr>
        <p:spPr>
          <a:xfrm>
            <a:off x="3985950" y="628300"/>
            <a:ext cx="4444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1" name="Google Shape;561;p58"/>
          <p:cNvSpPr txBox="1"/>
          <p:nvPr>
            <p:ph idx="1" type="subTitle"/>
          </p:nvPr>
        </p:nvSpPr>
        <p:spPr>
          <a:xfrm>
            <a:off x="3985950" y="1288069"/>
            <a:ext cx="4444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62" name="Google Shape;562;p58"/>
          <p:cNvSpPr txBox="1"/>
          <p:nvPr>
            <p:ph hasCustomPrompt="1" idx="2" type="title"/>
          </p:nvPr>
        </p:nvSpPr>
        <p:spPr>
          <a:xfrm>
            <a:off x="3985950" y="1980564"/>
            <a:ext cx="4444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58"/>
          <p:cNvSpPr txBox="1"/>
          <p:nvPr>
            <p:ph idx="3" type="subTitle"/>
          </p:nvPr>
        </p:nvSpPr>
        <p:spPr>
          <a:xfrm>
            <a:off x="3985950" y="2640333"/>
            <a:ext cx="4444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64" name="Google Shape;564;p58"/>
          <p:cNvSpPr txBox="1"/>
          <p:nvPr>
            <p:ph hasCustomPrompt="1" idx="4" type="title"/>
          </p:nvPr>
        </p:nvSpPr>
        <p:spPr>
          <a:xfrm>
            <a:off x="3985950" y="3332828"/>
            <a:ext cx="4444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58"/>
          <p:cNvSpPr txBox="1"/>
          <p:nvPr>
            <p:ph idx="5" type="subTitle"/>
          </p:nvPr>
        </p:nvSpPr>
        <p:spPr>
          <a:xfrm>
            <a:off x="3985950" y="3992597"/>
            <a:ext cx="4444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566" name="Google Shape;566;p58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567" name="Google Shape;567;p58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8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59"/>
          <p:cNvGrpSpPr/>
          <p:nvPr/>
        </p:nvGrpSpPr>
        <p:grpSpPr>
          <a:xfrm flipH="1">
            <a:off x="262800" y="258750"/>
            <a:ext cx="8618400" cy="4664400"/>
            <a:chOff x="262800" y="258750"/>
            <a:chExt cx="8618400" cy="4664400"/>
          </a:xfrm>
        </p:grpSpPr>
        <p:sp>
          <p:nvSpPr>
            <p:cNvPr id="571" name="Google Shape;571;p59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59"/>
            <p:cNvSpPr/>
            <p:nvPr/>
          </p:nvSpPr>
          <p:spPr>
            <a:xfrm>
              <a:off x="713225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59"/>
          <p:cNvSpPr txBox="1"/>
          <p:nvPr>
            <p:ph type="title"/>
          </p:nvPr>
        </p:nvSpPr>
        <p:spPr>
          <a:xfrm>
            <a:off x="4492375" y="2801900"/>
            <a:ext cx="39384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4" name="Google Shape;574;p59"/>
          <p:cNvSpPr txBox="1"/>
          <p:nvPr>
            <p:ph hasCustomPrompt="1" idx="2" type="title"/>
          </p:nvPr>
        </p:nvSpPr>
        <p:spPr>
          <a:xfrm>
            <a:off x="7307875" y="1324000"/>
            <a:ext cx="1122900" cy="1122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grpSp>
        <p:nvGrpSpPr>
          <p:cNvPr id="577" name="Google Shape;577;p60"/>
          <p:cNvGrpSpPr/>
          <p:nvPr/>
        </p:nvGrpSpPr>
        <p:grpSpPr>
          <a:xfrm>
            <a:off x="262800" y="224196"/>
            <a:ext cx="8618400" cy="4660554"/>
            <a:chOff x="262800" y="224196"/>
            <a:chExt cx="8618400" cy="4660554"/>
          </a:xfrm>
        </p:grpSpPr>
        <p:sp>
          <p:nvSpPr>
            <p:cNvPr id="578" name="Google Shape;578;p60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0"/>
            <p:cNvSpPr/>
            <p:nvPr/>
          </p:nvSpPr>
          <p:spPr>
            <a:xfrm>
              <a:off x="483275" y="2241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grpSp>
        <p:nvGrpSpPr>
          <p:cNvPr id="582" name="Google Shape;582;p61"/>
          <p:cNvGrpSpPr/>
          <p:nvPr/>
        </p:nvGrpSpPr>
        <p:grpSpPr>
          <a:xfrm>
            <a:off x="262800" y="262600"/>
            <a:ext cx="8618400" cy="4660546"/>
            <a:chOff x="262800" y="258750"/>
            <a:chExt cx="8618400" cy="4660546"/>
          </a:xfrm>
        </p:grpSpPr>
        <p:sp>
          <p:nvSpPr>
            <p:cNvPr id="583" name="Google Shape;583;p61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1"/>
            <p:cNvSpPr/>
            <p:nvPr/>
          </p:nvSpPr>
          <p:spPr>
            <a:xfrm>
              <a:off x="483275" y="48424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2_1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grpSp>
        <p:nvGrpSpPr>
          <p:cNvPr id="587" name="Google Shape;587;p62"/>
          <p:cNvGrpSpPr/>
          <p:nvPr/>
        </p:nvGrpSpPr>
        <p:grpSpPr>
          <a:xfrm flipH="1">
            <a:off x="262800" y="262600"/>
            <a:ext cx="8618400" cy="4660546"/>
            <a:chOff x="262800" y="258750"/>
            <a:chExt cx="8618400" cy="4660546"/>
          </a:xfrm>
        </p:grpSpPr>
        <p:sp>
          <p:nvSpPr>
            <p:cNvPr id="588" name="Google Shape;588;p62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2"/>
            <p:cNvSpPr/>
            <p:nvPr/>
          </p:nvSpPr>
          <p:spPr>
            <a:xfrm>
              <a:off x="483275" y="4842496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type="title"/>
          </p:nvPr>
        </p:nvSpPr>
        <p:spPr>
          <a:xfrm>
            <a:off x="713225" y="6919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92" name="Google Shape;592;p63"/>
          <p:cNvSpPr txBox="1"/>
          <p:nvPr>
            <p:ph idx="1" type="subTitle"/>
          </p:nvPr>
        </p:nvSpPr>
        <p:spPr>
          <a:xfrm>
            <a:off x="713225" y="1627225"/>
            <a:ext cx="44481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3" name="Google Shape;593;p63"/>
          <p:cNvSpPr txBox="1"/>
          <p:nvPr/>
        </p:nvSpPr>
        <p:spPr>
          <a:xfrm>
            <a:off x="713225" y="3611950"/>
            <a:ext cx="425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0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94" name="Google Shape;594;p63"/>
          <p:cNvGrpSpPr/>
          <p:nvPr/>
        </p:nvGrpSpPr>
        <p:grpSpPr>
          <a:xfrm>
            <a:off x="0" y="224200"/>
            <a:ext cx="9144000" cy="4660550"/>
            <a:chOff x="0" y="224200"/>
            <a:chExt cx="9144000" cy="4660550"/>
          </a:xfrm>
        </p:grpSpPr>
        <p:cxnSp>
          <p:nvCxnSpPr>
            <p:cNvPr id="595" name="Google Shape;595;p63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6" name="Google Shape;596;p63"/>
            <p:cNvSpPr/>
            <p:nvPr/>
          </p:nvSpPr>
          <p:spPr>
            <a:xfrm>
              <a:off x="74088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7" name="Google Shape;597;p63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64"/>
          <p:cNvGrpSpPr/>
          <p:nvPr/>
        </p:nvGrpSpPr>
        <p:grpSpPr>
          <a:xfrm>
            <a:off x="262800" y="258750"/>
            <a:ext cx="8618400" cy="4664400"/>
            <a:chOff x="262800" y="258750"/>
            <a:chExt cx="8618400" cy="4664400"/>
          </a:xfrm>
        </p:grpSpPr>
        <p:sp>
          <p:nvSpPr>
            <p:cNvPr id="600" name="Google Shape;600;p64"/>
            <p:cNvSpPr/>
            <p:nvPr/>
          </p:nvSpPr>
          <p:spPr>
            <a:xfrm>
              <a:off x="262800" y="258750"/>
              <a:ext cx="8618400" cy="462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4"/>
            <p:cNvSpPr/>
            <p:nvPr/>
          </p:nvSpPr>
          <p:spPr>
            <a:xfrm>
              <a:off x="713225" y="484635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65"/>
          <p:cNvGrpSpPr/>
          <p:nvPr/>
        </p:nvGrpSpPr>
        <p:grpSpPr>
          <a:xfrm>
            <a:off x="0" y="224200"/>
            <a:ext cx="9144000" cy="4660550"/>
            <a:chOff x="0" y="224200"/>
            <a:chExt cx="9144000" cy="4660550"/>
          </a:xfrm>
        </p:grpSpPr>
        <p:cxnSp>
          <p:nvCxnSpPr>
            <p:cNvPr id="604" name="Google Shape;604;p65"/>
            <p:cNvCxnSpPr/>
            <p:nvPr/>
          </p:nvCxnSpPr>
          <p:spPr>
            <a:xfrm>
              <a:off x="0" y="2626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5" name="Google Shape;605;p65"/>
            <p:cNvSpPr/>
            <p:nvPr/>
          </p:nvSpPr>
          <p:spPr>
            <a:xfrm>
              <a:off x="7408800" y="224200"/>
              <a:ext cx="1022100" cy="7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6" name="Google Shape;606;p65"/>
            <p:cNvCxnSpPr/>
            <p:nvPr/>
          </p:nvCxnSpPr>
          <p:spPr>
            <a:xfrm>
              <a:off x="0" y="48847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59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uranna"/>
              <a:buNone/>
              <a:defRPr sz="3500">
                <a:solidFill>
                  <a:schemeClr val="dk1"/>
                </a:solidFill>
                <a:latin typeface="Suranna"/>
                <a:ea typeface="Suranna"/>
                <a:cs typeface="Suranna"/>
                <a:sym typeface="Surann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 Tight"/>
              <a:buNone/>
              <a:defRPr b="1" sz="3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Inter Tight"/>
              <a:buNone/>
              <a:defRPr b="1" sz="3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6" name="Google Shape;366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us-east-1.online.tableau.com/#/site/dsba5122fall24/workbooks/2646748?:origin=card_share_lin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66"/>
          <p:cNvPicPr preferRelativeResize="0"/>
          <p:nvPr/>
        </p:nvPicPr>
        <p:blipFill rotWithShape="1">
          <a:blip r:embed="rId3">
            <a:alphaModFix/>
          </a:blip>
          <a:srcRect b="855" l="0" r="0" t="855"/>
          <a:stretch/>
        </p:blipFill>
        <p:spPr>
          <a:xfrm>
            <a:off x="7759899" y="416450"/>
            <a:ext cx="2257724" cy="1908251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66"/>
          <p:cNvSpPr txBox="1"/>
          <p:nvPr>
            <p:ph type="ctrTitle"/>
          </p:nvPr>
        </p:nvSpPr>
        <p:spPr>
          <a:xfrm>
            <a:off x="713225" y="898850"/>
            <a:ext cx="50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Cancer Rate Analysis for Strategic Clinic Placement</a:t>
            </a:r>
            <a:endParaRPr sz="3600"/>
          </a:p>
        </p:txBody>
      </p:sp>
      <p:sp>
        <p:nvSpPr>
          <p:cNvPr id="613" name="Google Shape;613;p66"/>
          <p:cNvSpPr txBox="1"/>
          <p:nvPr>
            <p:ph idx="1" type="subTitle"/>
          </p:nvPr>
        </p:nvSpPr>
        <p:spPr>
          <a:xfrm>
            <a:off x="713225" y="3747175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Shlok Yeolekar, Paul Thottappilly, Zach Storms, Hayden Lundin, Owen Althouse</a:t>
            </a:r>
            <a:endParaRPr/>
          </a:p>
        </p:txBody>
      </p:sp>
      <p:pic>
        <p:nvPicPr>
          <p:cNvPr id="614" name="Google Shape;614;p66"/>
          <p:cNvPicPr preferRelativeResize="0"/>
          <p:nvPr/>
        </p:nvPicPr>
        <p:blipFill rotWithShape="1">
          <a:blip r:embed="rId4">
            <a:alphaModFix/>
          </a:blip>
          <a:srcRect b="40" l="0" r="0" t="40"/>
          <a:stretch/>
        </p:blipFill>
        <p:spPr>
          <a:xfrm>
            <a:off x="5298250" y="1475700"/>
            <a:ext cx="2700000" cy="3174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5" name="Google Shape;615;p66"/>
          <p:cNvCxnSpPr/>
          <p:nvPr/>
        </p:nvCxnSpPr>
        <p:spPr>
          <a:xfrm>
            <a:off x="0" y="3528400"/>
            <a:ext cx="455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16" name="Google Shape;616;p66"/>
          <p:cNvPicPr preferRelativeResize="0"/>
          <p:nvPr/>
        </p:nvPicPr>
        <p:blipFill rotWithShape="1">
          <a:blip r:embed="rId5">
            <a:alphaModFix/>
          </a:blip>
          <a:srcRect b="20" l="0" r="0" t="10"/>
          <a:stretch/>
        </p:blipFill>
        <p:spPr>
          <a:xfrm>
            <a:off x="8166775" y="3692262"/>
            <a:ext cx="651275" cy="5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6"/>
          <p:cNvPicPr preferRelativeResize="0"/>
          <p:nvPr/>
        </p:nvPicPr>
        <p:blipFill rotWithShape="1">
          <a:blip r:embed="rId6">
            <a:alphaModFix/>
          </a:blip>
          <a:srcRect b="30" l="0" r="0" t="20"/>
          <a:stretch/>
        </p:blipFill>
        <p:spPr>
          <a:xfrm>
            <a:off x="4335545" y="-432550"/>
            <a:ext cx="2389643" cy="190824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6"/>
          <p:cNvSpPr/>
          <p:nvPr/>
        </p:nvSpPr>
        <p:spPr>
          <a:xfrm>
            <a:off x="822050" y="3490000"/>
            <a:ext cx="1022100" cy="7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67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-1632375" y="2554587"/>
            <a:ext cx="2941425" cy="25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67"/>
          <p:cNvPicPr preferRelativeResize="0"/>
          <p:nvPr/>
        </p:nvPicPr>
        <p:blipFill rotWithShape="1">
          <a:blip r:embed="rId4">
            <a:alphaModFix/>
          </a:blip>
          <a:srcRect b="90" l="0" r="0" t="90"/>
          <a:stretch/>
        </p:blipFill>
        <p:spPr>
          <a:xfrm>
            <a:off x="7945900" y="0"/>
            <a:ext cx="1578599" cy="3079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67"/>
          <p:cNvSpPr txBox="1"/>
          <p:nvPr>
            <p:ph idx="1" type="subTitle"/>
          </p:nvPr>
        </p:nvSpPr>
        <p:spPr>
          <a:xfrm>
            <a:off x="1437300" y="1208250"/>
            <a:ext cx="6409500" cy="3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are a healthcare analytics team contracted by a private oncology provider to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open 3 new clinics</a:t>
            </a:r>
            <a:r>
              <a:rPr lang="en"/>
              <a:t> in the US.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Inter Tight"/>
                <a:ea typeface="Inter Tight"/>
                <a:cs typeface="Inter Tight"/>
                <a:sym typeface="Inter Tight"/>
              </a:rPr>
              <a:t>Our Objectives: </a:t>
            </a:r>
            <a:endParaRPr b="1" sz="18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Identify geographic and demographic “hot spots” where incidence and mortality rates are unusually high.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Inform strategic placement of new clinics to serve the greatest demand in a financially viable way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Support data‑driven decision making that balances community benefit and operational profitability.</a:t>
            </a:r>
            <a:endParaRPr/>
          </a:p>
        </p:txBody>
      </p:sp>
      <p:sp>
        <p:nvSpPr>
          <p:cNvPr id="626" name="Google Shape;626;p67"/>
          <p:cNvSpPr txBox="1"/>
          <p:nvPr/>
        </p:nvSpPr>
        <p:spPr>
          <a:xfrm>
            <a:off x="720000" y="3076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312D2D"/>
                </a:solidFill>
                <a:latin typeface="Inter Tight"/>
                <a:ea typeface="Inter Tight"/>
                <a:cs typeface="Inter Tight"/>
                <a:sym typeface="Inter Tight"/>
              </a:rPr>
              <a:t>Project Overview</a:t>
            </a:r>
            <a:endParaRPr b="1" sz="3200">
              <a:solidFill>
                <a:srgbClr val="312D2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8"/>
          <p:cNvSpPr txBox="1"/>
          <p:nvPr>
            <p:ph type="title"/>
          </p:nvPr>
        </p:nvSpPr>
        <p:spPr>
          <a:xfrm>
            <a:off x="720000" y="396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 b="0"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2" name="Google Shape;632;p68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7998012" y="4221312"/>
            <a:ext cx="651275" cy="5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68"/>
          <p:cNvPicPr preferRelativeResize="0"/>
          <p:nvPr/>
        </p:nvPicPr>
        <p:blipFill rotWithShape="1">
          <a:blip r:embed="rId4">
            <a:alphaModFix/>
          </a:blip>
          <a:srcRect b="30" l="0" r="0" t="20"/>
          <a:stretch/>
        </p:blipFill>
        <p:spPr>
          <a:xfrm>
            <a:off x="-1072555" y="3515425"/>
            <a:ext cx="2389643" cy="1908249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68"/>
          <p:cNvSpPr txBox="1"/>
          <p:nvPr/>
        </p:nvSpPr>
        <p:spPr>
          <a:xfrm>
            <a:off x="806000" y="1475150"/>
            <a:ext cx="3744300" cy="18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Cancer Regression</a:t>
            </a:r>
            <a:endParaRPr b="1"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County‑level dataset with 33 features - demographics, socioeconomic status, lifestyle risks, and healthcare access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Two target variables: average annual cancer cases and average annual cancer‑related deaths</a:t>
            </a:r>
            <a:endParaRPr sz="13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35" name="Google Shape;635;p68"/>
          <p:cNvSpPr txBox="1"/>
          <p:nvPr/>
        </p:nvSpPr>
        <p:spPr>
          <a:xfrm>
            <a:off x="4663113" y="1398950"/>
            <a:ext cx="3618300" cy="18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Hospital Financials &amp; Capacity</a:t>
            </a:r>
            <a:endParaRPr b="1" sz="13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Hospital‑level operational &amp; financial statistics, aggregated by county to align with our cancer data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fields include facility capacity, workforce size, total costs &amp; charges, asset/liability balances, net patient revenue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36" name="Google Shape;636;p68"/>
          <p:cNvSpPr txBox="1"/>
          <p:nvPr/>
        </p:nvSpPr>
        <p:spPr>
          <a:xfrm>
            <a:off x="1089900" y="3734600"/>
            <a:ext cx="6964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Integration goal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assess where cancer hot‑spots exist and evaluate the financial and operational capacity—or gaps—of local healthcare infrastructure to support new clinics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37" name="Google Shape;637;p68"/>
          <p:cNvSpPr txBox="1"/>
          <p:nvPr/>
        </p:nvSpPr>
        <p:spPr>
          <a:xfrm>
            <a:off x="1049200" y="1045850"/>
            <a:ext cx="5814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For this analysis, we use two complementary datasets: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9"/>
          <p:cNvSpPr txBox="1"/>
          <p:nvPr>
            <p:ph type="title"/>
          </p:nvPr>
        </p:nvSpPr>
        <p:spPr>
          <a:xfrm>
            <a:off x="2995150" y="220425"/>
            <a:ext cx="2799900" cy="9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43" name="Google Shape;643;p69"/>
          <p:cNvSpPr txBox="1"/>
          <p:nvPr>
            <p:ph idx="2" type="subTitle"/>
          </p:nvPr>
        </p:nvSpPr>
        <p:spPr>
          <a:xfrm>
            <a:off x="505825" y="952500"/>
            <a:ext cx="7475400" cy="3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Dimensionality Reduction and Clustering (PCA) </a:t>
            </a:r>
            <a:endParaRPr b="1"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Conducted PCA with 10 variables into two axes—PC1 (socioeconomic &amp; coverage) and PC2 (cancer burden &amp; research)—and plotted counties on these components to reveal three distinct clusters.</a:t>
            </a:r>
            <a:endParaRPr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Mapping Hotspots</a:t>
            </a:r>
            <a:endParaRPr b="1"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By weighting the most statistically significant variables and the target clusters, we created an ‘opportunity score’ and mapped it to US counties to identify the best locations and hotspots</a:t>
            </a:r>
            <a:endParaRPr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Predictive Modeling </a:t>
            </a:r>
            <a:endParaRPr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Tested Random Forest and Gradient Boosting using features like total discharges, total number of beds, employees on payroll , is urban, total cost, total </a:t>
            </a:r>
            <a:r>
              <a:rPr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liabilities</a:t>
            </a:r>
            <a:r>
              <a:rPr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total bed days available—Gradient Boosting performed best (Cases RMSE 1.48, R² 0.5682).</a:t>
            </a:r>
            <a:endParaRPr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Key predictors driving performance were Total discharges, net income, and number of beds.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 Clusters</a:t>
            </a:r>
            <a:endParaRPr/>
          </a:p>
        </p:txBody>
      </p:sp>
      <p:pic>
        <p:nvPicPr>
          <p:cNvPr id="649" name="Google Shape;649;p70" title="clus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75" y="1176800"/>
            <a:ext cx="4129425" cy="32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70"/>
          <p:cNvSpPr txBox="1"/>
          <p:nvPr/>
        </p:nvSpPr>
        <p:spPr>
          <a:xfrm>
            <a:off x="4908425" y="1325850"/>
            <a:ext cx="3515700" cy="30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Top priority → Cluster 1 (Orange)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aleway"/>
              <a:buChar char="○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﻿﻿Highest mortality and highest incidence rate despite decent research activity.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aleway"/>
              <a:buChar char="○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﻿﻿Placing clinics here reaches urgent, high-volume patients.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Second priority → Cluster 0 (Blue)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aleway"/>
              <a:buChar char="○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﻿﻿Poor and under-resourced with moderate burden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aleway"/>
              <a:buChar char="○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﻿﻿Clinics here will improve access where public coverage is high and private coverage low.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aleway"/>
                <a:ea typeface="Raleway"/>
                <a:cs typeface="Raleway"/>
                <a:sym typeface="Raleway"/>
              </a:rPr>
              <a:t>Lower priority → Cluster 2 (Green)</a:t>
            </a: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aleway"/>
              <a:buChar char="○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﻿﻿Wealthy, well-covered counties with moderate death rates.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aleway"/>
              <a:buChar char="○"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﻿﻿Existing infrastructure likely meets most of their demand.</a:t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Analysis</a:t>
            </a:r>
            <a:endParaRPr/>
          </a:p>
        </p:txBody>
      </p:sp>
      <p:sp>
        <p:nvSpPr>
          <p:cNvPr id="656" name="Google Shape;656;p71"/>
          <p:cNvSpPr txBox="1"/>
          <p:nvPr/>
        </p:nvSpPr>
        <p:spPr>
          <a:xfrm>
            <a:off x="573600" y="1438675"/>
            <a:ext cx="7945500" cy="31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After layering our </a:t>
            </a:r>
            <a:r>
              <a:rPr lang="en" sz="1200" u="sng">
                <a:solidFill>
                  <a:srgbClr val="4A86E8"/>
                </a:solidFill>
                <a:latin typeface="Raleway Medium"/>
                <a:ea typeface="Raleway Medium"/>
                <a:cs typeface="Raleway Medium"/>
                <a:sym typeface="Raleway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geographical maps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constructing an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opportunity score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(based on mortality rate, private insurance rate, poverty, and median income), these are some of the most viable counties: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Loudoun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County, Virginia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Chester County, Pennsylvania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Hunterdon County, New Jersey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Oldham County, Kentucky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Hamilton County, Indiana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Delaware County, Ohio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Scott County, Minnesota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Campbell County, Wyoming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Douglas County, Colorado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to Charge State Analysis</a:t>
            </a:r>
            <a:endParaRPr/>
          </a:p>
        </p:txBody>
      </p:sp>
      <p:pic>
        <p:nvPicPr>
          <p:cNvPr id="662" name="Google Shape;662;p72" title="regression_results_improv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850" y="1169500"/>
            <a:ext cx="3546326" cy="35463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72"/>
          <p:cNvSpPr/>
          <p:nvPr/>
        </p:nvSpPr>
        <p:spPr>
          <a:xfrm>
            <a:off x="2748028" y="373257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64" name="Google Shape;664;p72"/>
          <p:cNvSpPr/>
          <p:nvPr/>
        </p:nvSpPr>
        <p:spPr>
          <a:xfrm>
            <a:off x="2496753" y="375042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65" name="Google Shape;665;p72"/>
          <p:cNvSpPr/>
          <p:nvPr/>
        </p:nvSpPr>
        <p:spPr>
          <a:xfrm>
            <a:off x="4093828" y="394177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66" name="Google Shape;666;p72"/>
          <p:cNvSpPr/>
          <p:nvPr/>
        </p:nvSpPr>
        <p:spPr>
          <a:xfrm>
            <a:off x="1729553" y="358072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67" name="Google Shape;667;p72"/>
          <p:cNvSpPr/>
          <p:nvPr/>
        </p:nvSpPr>
        <p:spPr>
          <a:xfrm>
            <a:off x="1782403" y="368302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68" name="Google Shape;668;p72"/>
          <p:cNvSpPr/>
          <p:nvPr/>
        </p:nvSpPr>
        <p:spPr>
          <a:xfrm>
            <a:off x="2307378" y="3597988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69" name="Google Shape;669;p72"/>
          <p:cNvSpPr/>
          <p:nvPr/>
        </p:nvSpPr>
        <p:spPr>
          <a:xfrm>
            <a:off x="626328" y="226332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70" name="Google Shape;670;p72"/>
          <p:cNvSpPr/>
          <p:nvPr/>
        </p:nvSpPr>
        <p:spPr>
          <a:xfrm>
            <a:off x="1136478" y="2501363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71" name="Google Shape;671;p72"/>
          <p:cNvSpPr/>
          <p:nvPr/>
        </p:nvSpPr>
        <p:spPr>
          <a:xfrm>
            <a:off x="1457078" y="3329575"/>
            <a:ext cx="108600" cy="1023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72" name="Google Shape;672;p72" title="state_dot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155701" cy="3437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p72"/>
          <p:cNvCxnSpPr/>
          <p:nvPr/>
        </p:nvCxnSpPr>
        <p:spPr>
          <a:xfrm flipH="1" rot="10800000">
            <a:off x="456675" y="3542525"/>
            <a:ext cx="4788600" cy="2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72"/>
          <p:cNvCxnSpPr/>
          <p:nvPr/>
        </p:nvCxnSpPr>
        <p:spPr>
          <a:xfrm rot="10800000">
            <a:off x="2955350" y="1344000"/>
            <a:ext cx="0" cy="3007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Hospital Financial Cluster Analysis</a:t>
            </a:r>
            <a:endParaRPr/>
          </a:p>
        </p:txBody>
      </p:sp>
      <p:pic>
        <p:nvPicPr>
          <p:cNvPr id="680" name="Google Shape;68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175" y="3317475"/>
            <a:ext cx="4456625" cy="11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73"/>
          <p:cNvPicPr preferRelativeResize="0"/>
          <p:nvPr/>
        </p:nvPicPr>
        <p:blipFill rotWithShape="1">
          <a:blip r:embed="rId4">
            <a:alphaModFix/>
          </a:blip>
          <a:srcRect b="48969" l="0" r="0" t="0"/>
          <a:stretch/>
        </p:blipFill>
        <p:spPr>
          <a:xfrm>
            <a:off x="4611175" y="1063475"/>
            <a:ext cx="4456625" cy="107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1174" y="2110631"/>
            <a:ext cx="4456624" cy="123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73" title="hospital_clusters_improved.png"/>
          <p:cNvPicPr preferRelativeResize="0"/>
          <p:nvPr/>
        </p:nvPicPr>
        <p:blipFill rotWithShape="1">
          <a:blip r:embed="rId6">
            <a:alphaModFix/>
          </a:blip>
          <a:srcRect b="0" l="0" r="18174" t="0"/>
          <a:stretch/>
        </p:blipFill>
        <p:spPr>
          <a:xfrm>
            <a:off x="114350" y="1063478"/>
            <a:ext cx="4420626" cy="360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4"/>
          <p:cNvSpPr txBox="1"/>
          <p:nvPr>
            <p:ph type="title"/>
          </p:nvPr>
        </p:nvSpPr>
        <p:spPr>
          <a:xfrm>
            <a:off x="3365400" y="460175"/>
            <a:ext cx="241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89" name="Google Shape;689;p74"/>
          <p:cNvSpPr txBox="1"/>
          <p:nvPr>
            <p:ph idx="2" type="subTitle"/>
          </p:nvPr>
        </p:nvSpPr>
        <p:spPr>
          <a:xfrm>
            <a:off x="834300" y="1154700"/>
            <a:ext cx="7475400" cy="3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Analysis identified critical gaps in cancer care access, based on weighted features we prioritized counties for new clinic placement and 9 target locations selected using the opportunity score and Tableau heat map.</a:t>
            </a:r>
            <a:b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Operational and financial data will be used to finalize site selection.</a:t>
            </a:r>
            <a:b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targeted, data-driven strategy maximizes impact, advances health equity, and delivers clinics where they are needed most.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List clinic placement here 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-"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Loudoun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County, Virginia. 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Opportunity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Score -  .9063, Leesburg population- 48, 788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-"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Oldham County, Kentucky. Opportunity Score- .8554. 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opulation - 67, 000 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-"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Hamilton County, Indiana. Opportunity Score- .8496 Carmel population- 100,000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Next Steps: Competitor analysis of counties. 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90" name="Google Shape;69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175" y="349825"/>
            <a:ext cx="1320925" cy="116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09325"/>
            <a:ext cx="872450" cy="1700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ical Devices Innovation by Slidesgo">
  <a:themeElements>
    <a:clrScheme name="Simple Light">
      <a:dk1>
        <a:srgbClr val="312D2D"/>
      </a:dk1>
      <a:lt1>
        <a:srgbClr val="F3F3F3"/>
      </a:lt1>
      <a:dk2>
        <a:srgbClr val="CAC6BB"/>
      </a:dk2>
      <a:lt2>
        <a:srgbClr val="7A7879"/>
      </a:lt2>
      <a:accent1>
        <a:srgbClr val="7CC2F8"/>
      </a:accent1>
      <a:accent2>
        <a:srgbClr val="FF6F01"/>
      </a:accent2>
      <a:accent3>
        <a:srgbClr val="F53844"/>
      </a:accent3>
      <a:accent4>
        <a:srgbClr val="FFFFFF"/>
      </a:accent4>
      <a:accent5>
        <a:srgbClr val="FFFFFF"/>
      </a:accent5>
      <a:accent6>
        <a:srgbClr val="FFFFFF"/>
      </a:accent6>
      <a:hlink>
        <a:srgbClr val="312D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ancer Treatment Healthcare Center by Slidesgo">
  <a:themeElements>
    <a:clrScheme name="Simple Light">
      <a:dk1>
        <a:srgbClr val="533528"/>
      </a:dk1>
      <a:lt1>
        <a:srgbClr val="FEF6F0"/>
      </a:lt1>
      <a:dk2>
        <a:srgbClr val="916146"/>
      </a:dk2>
      <a:lt2>
        <a:srgbClr val="BC5430"/>
      </a:lt2>
      <a:accent1>
        <a:srgbClr val="ED7B59"/>
      </a:accent1>
      <a:accent2>
        <a:srgbClr val="F29F77"/>
      </a:accent2>
      <a:accent3>
        <a:srgbClr val="DDC3AE"/>
      </a:accent3>
      <a:accent4>
        <a:srgbClr val="F5E1D4"/>
      </a:accent4>
      <a:accent5>
        <a:srgbClr val="78785C"/>
      </a:accent5>
      <a:accent6>
        <a:srgbClr val="C5CCA6"/>
      </a:accent6>
      <a:hlink>
        <a:srgbClr val="9161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